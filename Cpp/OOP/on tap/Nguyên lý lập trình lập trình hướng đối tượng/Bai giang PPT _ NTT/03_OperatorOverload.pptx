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y="6858000" cx="12192000"/>
  <p:notesSz cx="6754800" cy="98663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2D200454-40CA-4A62-9FC3-DE9A4176ACB9}">
      <p15:notesGuideLst>
        <p15:guide id="1" orient="horz" pos="3107">
          <p15:clr>
            <a:srgbClr val="A4A3A4"/>
          </p15:clr>
        </p15:guide>
        <p15:guide id="2" pos="2128">
          <p15:clr>
            <a:srgbClr val="A4A3A4"/>
          </p15:clr>
        </p15:guide>
      </p15:notesGuideLst>
    </p:ext>
    <p:ext uri="GoogleSlidesCustomDataVersion2">
      <go:slidesCustomData xmlns:go="http://customooxmlschemas.google.com/" r:id="rId39" roundtripDataSignature="AMtx7miieFjg4emLP2e+4uxwrfGok1kQ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30B277-120A-4534-8176-23E30F3FE818}">
  <a:tblStyle styleId="{8630B277-120A-4534-8176-23E30F3FE81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3107" orient="horz"/>
        <p:guide pos="2128"/>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customschemas.google.com/relationships/presentationmetadata" Target="metadata"/><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27350" cy="49371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27463" y="0"/>
            <a:ext cx="2927350" cy="493713"/>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01700" y="4686300"/>
            <a:ext cx="4951413" cy="44402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372600"/>
            <a:ext cx="2927350" cy="4937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27463" y="9372600"/>
            <a:ext cx="2927350" cy="4937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8" name="Google Shape;198;p1: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7" name="Google Shape;207;p2: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3: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5" name="Google Shape;225;p3: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4: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6" name="Google Shape;236;p4: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5: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5" name="Google Shape;245;p5:notes"/>
          <p:cNvSpPr txBox="1"/>
          <p:nvPr>
            <p:ph idx="1" type="body"/>
          </p:nvPr>
        </p:nvSpPr>
        <p:spPr>
          <a:xfrm>
            <a:off x="901700" y="4686300"/>
            <a:ext cx="4951413" cy="44402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5:notes"/>
          <p:cNvSpPr txBox="1"/>
          <p:nvPr>
            <p:ph idx="12" type="sldNum"/>
          </p:nvPr>
        </p:nvSpPr>
        <p:spPr>
          <a:xfrm>
            <a:off x="3827463" y="9372600"/>
            <a:ext cx="2927350" cy="4937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6: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5" name="Google Shape;255;p6: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7: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2" name="Google Shape;262;p7: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8: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3" name="Google Shape;273;p8: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9: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2" name="Google Shape;282;p9: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0: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2" name="Google Shape;292;p10: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1: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1" name="Google Shape;301;p11: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2: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8" name="Google Shape;308;p12: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3: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7" name="Google Shape;317;p13: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4: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5" name="Google Shape;325;p14: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5: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2" name="Google Shape;332;p15: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6: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1" name="Google Shape;341;p16: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7: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8" name="Google Shape;348;p17: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8: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7" name="Google Shape;357;p18: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9: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4" name="Google Shape;364;p19: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0: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1" name="Google Shape;371;p20: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1: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8" name="Google Shape;378;p21: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2: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5" name="Google Shape;385;p22: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3: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3" name="Google Shape;393;p23: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4: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0" name="Google Shape;400;p24: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5: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7" name="Google Shape;407;p25: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6: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4" name="Google Shape;414;p26: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7: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1" name="Google Shape;421;p27: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8: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9" name="Google Shape;429;p28: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9: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6" name="Google Shape;436;p29: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0: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4" name="Google Shape;444;p30: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1:notes"/>
          <p:cNvSpPr txBox="1"/>
          <p:nvPr>
            <p:ph idx="1" type="body"/>
          </p:nvPr>
        </p:nvSpPr>
        <p:spPr>
          <a:xfrm>
            <a:off x="901700" y="4686300"/>
            <a:ext cx="4951413" cy="4440238"/>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2" name="Google Shape;452;p31:notes"/>
          <p:cNvSpPr/>
          <p:nvPr>
            <p:ph idx="2" type="sldImg"/>
          </p:nvPr>
        </p:nvSpPr>
        <p:spPr>
          <a:xfrm>
            <a:off x="88900" y="739775"/>
            <a:ext cx="6578600" cy="37004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3"/>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p33"/>
          <p:cNvSpPr/>
          <p:nvPr/>
        </p:nvSpPr>
        <p:spPr>
          <a:xfrm>
            <a:off x="1" y="1128714"/>
            <a:ext cx="12191999" cy="3343275"/>
          </a:xfrm>
          <a:prstGeom prst="snip1Rect">
            <a:avLst>
              <a:gd fmla="val 16667" name="adj"/>
            </a:avLst>
          </a:prstGeom>
          <a:solidFill>
            <a:srgbClr val="1F3864"/>
          </a:solidFill>
          <a:ln cap="flat" cmpd="sng" w="12700">
            <a:solidFill>
              <a:srgbClr val="7F6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6"/>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0" name="Google Shape;30;p46"/>
          <p:cNvSpPr txBox="1"/>
          <p:nvPr/>
        </p:nvSpPr>
        <p:spPr>
          <a:xfrm>
            <a:off x="609600" y="307976"/>
            <a:ext cx="10464800" cy="5635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7"/>
          <p:cNvSpPr txBox="1"/>
          <p:nvPr>
            <p:ph idx="1" type="body"/>
          </p:nvPr>
        </p:nvSpPr>
        <p:spPr>
          <a:xfrm>
            <a:off x="831850" y="4589464"/>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47"/>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48"/>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49"/>
          <p:cNvSpPr txBox="1"/>
          <p:nvPr>
            <p:ph type="title"/>
          </p:nvPr>
        </p:nvSpPr>
        <p:spPr>
          <a:xfrm>
            <a:off x="839789"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9"/>
          <p:cNvSpPr txBox="1"/>
          <p:nvPr>
            <p:ph idx="1" type="body"/>
          </p:nvPr>
        </p:nvSpPr>
        <p:spPr>
          <a:xfrm>
            <a:off x="839788" y="1681164"/>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4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49"/>
          <p:cNvSpPr txBox="1"/>
          <p:nvPr>
            <p:ph idx="3" type="body"/>
          </p:nvPr>
        </p:nvSpPr>
        <p:spPr>
          <a:xfrm>
            <a:off x="6172201" y="1681164"/>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49"/>
          <p:cNvSpPr txBox="1"/>
          <p:nvPr>
            <p:ph idx="4" type="body"/>
          </p:nvPr>
        </p:nvSpPr>
        <p:spPr>
          <a:xfrm>
            <a:off x="6172201"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49"/>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50"/>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8" name="Google Shape;58;p50"/>
          <p:cNvSpPr txBox="1"/>
          <p:nvPr/>
        </p:nvSpPr>
        <p:spPr>
          <a:xfrm>
            <a:off x="609600" y="307976"/>
            <a:ext cx="10464800" cy="5635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Click to edit Master title style</a:t>
            </a:r>
            <a:endParaRPr sz="3200">
              <a:solidFill>
                <a:schemeClr val="lt1"/>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51"/>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52"/>
          <p:cNvSpPr txBox="1"/>
          <p:nvPr>
            <p:ph type="title"/>
          </p:nvPr>
        </p:nvSpPr>
        <p:spPr>
          <a:xfrm>
            <a:off x="839789" y="457201"/>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52"/>
          <p:cNvSpPr txBox="1"/>
          <p:nvPr>
            <p:ph idx="1" type="body"/>
          </p:nvPr>
        </p:nvSpPr>
        <p:spPr>
          <a:xfrm>
            <a:off x="5183189" y="987426"/>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6" name="Google Shape;66;p52"/>
          <p:cNvSpPr txBox="1"/>
          <p:nvPr>
            <p:ph idx="2" type="body"/>
          </p:nvPr>
        </p:nvSpPr>
        <p:spPr>
          <a:xfrm>
            <a:off x="839789"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52"/>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53"/>
          <p:cNvSpPr txBox="1"/>
          <p:nvPr>
            <p:ph type="title"/>
          </p:nvPr>
        </p:nvSpPr>
        <p:spPr>
          <a:xfrm>
            <a:off x="839789" y="457201"/>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53"/>
          <p:cNvSpPr/>
          <p:nvPr>
            <p:ph idx="2" type="pic"/>
          </p:nvPr>
        </p:nvSpPr>
        <p:spPr>
          <a:xfrm>
            <a:off x="5183189" y="987426"/>
            <a:ext cx="6172200" cy="4873625"/>
          </a:xfrm>
          <a:prstGeom prst="rect">
            <a:avLst/>
          </a:prstGeom>
          <a:noFill/>
          <a:ln>
            <a:noFill/>
          </a:ln>
        </p:spPr>
      </p:sp>
      <p:sp>
        <p:nvSpPr>
          <p:cNvPr id="73" name="Google Shape;73;p53"/>
          <p:cNvSpPr txBox="1"/>
          <p:nvPr>
            <p:ph idx="1" type="body"/>
          </p:nvPr>
        </p:nvSpPr>
        <p:spPr>
          <a:xfrm>
            <a:off x="839789"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53"/>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5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54"/>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5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5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55"/>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89" name="Shape 89"/>
        <p:cNvGrpSpPr/>
        <p:nvPr/>
      </p:nvGrpSpPr>
      <p:grpSpPr>
        <a:xfrm>
          <a:off x="0" y="0"/>
          <a:ext cx="0" cy="0"/>
          <a:chOff x="0" y="0"/>
          <a:chExt cx="0" cy="0"/>
        </a:xfrm>
      </p:grpSpPr>
      <p:sp>
        <p:nvSpPr>
          <p:cNvPr id="90" name="Google Shape;90;p56"/>
          <p:cNvSpPr/>
          <p:nvPr/>
        </p:nvSpPr>
        <p:spPr>
          <a:xfrm>
            <a:off x="1" y="1128714"/>
            <a:ext cx="12191999" cy="3343275"/>
          </a:xfrm>
          <a:prstGeom prst="snip1Rect">
            <a:avLst>
              <a:gd fmla="val 16667" name="adj"/>
            </a:avLst>
          </a:prstGeom>
          <a:solidFill>
            <a:srgbClr val="1F3864"/>
          </a:solidFill>
          <a:ln cap="flat" cmpd="sng" w="12700">
            <a:solidFill>
              <a:srgbClr val="7F6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 name="Google Shape;91;p56"/>
          <p:cNvSpPr txBox="1"/>
          <p:nvPr>
            <p:ph idx="1" type="subTitle"/>
          </p:nvPr>
        </p:nvSpPr>
        <p:spPr>
          <a:xfrm>
            <a:off x="1335087" y="4879181"/>
            <a:ext cx="9753600" cy="170021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1800"/>
              <a:buFont typeface="Noto Sans Symbols"/>
              <a:buNone/>
              <a:defRPr sz="1800">
                <a:latin typeface="Verdana"/>
                <a:ea typeface="Verdana"/>
                <a:cs typeface="Verdana"/>
                <a:sym typeface="Verdana"/>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92" name="Google Shape;92;p56"/>
          <p:cNvSpPr txBox="1"/>
          <p:nvPr>
            <p:ph type="title"/>
          </p:nvPr>
        </p:nvSpPr>
        <p:spPr>
          <a:xfrm>
            <a:off x="863599" y="1971676"/>
            <a:ext cx="10464800" cy="139223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3" name="Shape 93"/>
        <p:cNvGrpSpPr/>
        <p:nvPr/>
      </p:nvGrpSpPr>
      <p:grpSpPr>
        <a:xfrm>
          <a:off x="0" y="0"/>
          <a:ext cx="0" cy="0"/>
          <a:chOff x="0" y="0"/>
          <a:chExt cx="0" cy="0"/>
        </a:xfrm>
      </p:grpSpPr>
      <p:sp>
        <p:nvSpPr>
          <p:cNvPr id="94" name="Google Shape;94;p57"/>
          <p:cNvSpPr txBox="1"/>
          <p:nvPr/>
        </p:nvSpPr>
        <p:spPr>
          <a:xfrm>
            <a:off x="609600" y="307976"/>
            <a:ext cx="10464800" cy="5635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Calibri"/>
              <a:ea typeface="Calibri"/>
              <a:cs typeface="Calibri"/>
              <a:sym typeface="Calibri"/>
            </a:endParaRPr>
          </a:p>
        </p:txBody>
      </p:sp>
      <p:sp>
        <p:nvSpPr>
          <p:cNvPr id="95" name="Google Shape;95;p57"/>
          <p:cNvSpPr txBox="1"/>
          <p:nvPr>
            <p:ph idx="1" type="body"/>
          </p:nvPr>
        </p:nvSpPr>
        <p:spPr>
          <a:xfrm>
            <a:off x="609601" y="1107645"/>
            <a:ext cx="11363325" cy="51371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57"/>
          <p:cNvSpPr txBox="1"/>
          <p:nvPr>
            <p:ph type="title"/>
          </p:nvPr>
        </p:nvSpPr>
        <p:spPr>
          <a:xfrm>
            <a:off x="607639" y="308703"/>
            <a:ext cx="10464800" cy="563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88888"/>
                </a:solidFill>
                <a:latin typeface="Calibri"/>
                <a:ea typeface="Calibri"/>
                <a:cs typeface="Calibri"/>
                <a:sym typeface="Calibri"/>
              </a:defRPr>
            </a:lvl1pPr>
            <a:lvl2pPr indent="0" lvl="1" marL="0" marR="0" algn="r">
              <a:spcBef>
                <a:spcPts val="0"/>
              </a:spcBef>
              <a:buNone/>
              <a:defRPr sz="1200">
                <a:solidFill>
                  <a:srgbClr val="888888"/>
                </a:solidFill>
                <a:latin typeface="Calibri"/>
                <a:ea typeface="Calibri"/>
                <a:cs typeface="Calibri"/>
                <a:sym typeface="Calibri"/>
              </a:defRPr>
            </a:lvl2pPr>
            <a:lvl3pPr indent="0" lvl="2" marL="0" marR="0" algn="r">
              <a:spcBef>
                <a:spcPts val="0"/>
              </a:spcBef>
              <a:buNone/>
              <a:defRPr sz="1200">
                <a:solidFill>
                  <a:srgbClr val="888888"/>
                </a:solidFill>
                <a:latin typeface="Calibri"/>
                <a:ea typeface="Calibri"/>
                <a:cs typeface="Calibri"/>
                <a:sym typeface="Calibri"/>
              </a:defRPr>
            </a:lvl3pPr>
            <a:lvl4pPr indent="0" lvl="3" marL="0" marR="0" algn="r">
              <a:spcBef>
                <a:spcPts val="0"/>
              </a:spcBef>
              <a:buNone/>
              <a:defRPr sz="1200">
                <a:solidFill>
                  <a:srgbClr val="888888"/>
                </a:solidFill>
                <a:latin typeface="Calibri"/>
                <a:ea typeface="Calibri"/>
                <a:cs typeface="Calibri"/>
                <a:sym typeface="Calibri"/>
              </a:defRPr>
            </a:lvl4pPr>
            <a:lvl5pPr indent="0" lvl="4" marL="0" marR="0" algn="r">
              <a:spcBef>
                <a:spcPts val="0"/>
              </a:spcBef>
              <a:buNone/>
              <a:defRPr sz="1200">
                <a:solidFill>
                  <a:srgbClr val="888888"/>
                </a:solidFill>
                <a:latin typeface="Calibri"/>
                <a:ea typeface="Calibri"/>
                <a:cs typeface="Calibri"/>
                <a:sym typeface="Calibri"/>
              </a:defRPr>
            </a:lvl5pPr>
            <a:lvl6pPr indent="0" lvl="5" marL="0" marR="0" algn="r">
              <a:spcBef>
                <a:spcPts val="0"/>
              </a:spcBef>
              <a:buNone/>
              <a:defRPr sz="1200">
                <a:solidFill>
                  <a:srgbClr val="888888"/>
                </a:solidFill>
                <a:latin typeface="Calibri"/>
                <a:ea typeface="Calibri"/>
                <a:cs typeface="Calibri"/>
                <a:sym typeface="Calibri"/>
              </a:defRPr>
            </a:lvl6pPr>
            <a:lvl7pPr indent="0" lvl="6" marL="0" marR="0" algn="r">
              <a:spcBef>
                <a:spcPts val="0"/>
              </a:spcBef>
              <a:buNone/>
              <a:defRPr sz="1200">
                <a:solidFill>
                  <a:srgbClr val="888888"/>
                </a:solidFill>
                <a:latin typeface="Calibri"/>
                <a:ea typeface="Calibri"/>
                <a:cs typeface="Calibri"/>
                <a:sym typeface="Calibri"/>
              </a:defRPr>
            </a:lvl7pPr>
            <a:lvl8pPr indent="0" lvl="7" marL="0" marR="0" algn="r">
              <a:spcBef>
                <a:spcPts val="0"/>
              </a:spcBef>
              <a:buNone/>
              <a:defRPr sz="1200">
                <a:solidFill>
                  <a:srgbClr val="888888"/>
                </a:solidFill>
                <a:latin typeface="Calibri"/>
                <a:ea typeface="Calibri"/>
                <a:cs typeface="Calibri"/>
                <a:sym typeface="Calibri"/>
              </a:defRPr>
            </a:lvl8pPr>
            <a:lvl9pPr indent="0" lvl="8" marL="0" marR="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99" name="Shape 99"/>
        <p:cNvGrpSpPr/>
        <p:nvPr/>
      </p:nvGrpSpPr>
      <p:grpSpPr>
        <a:xfrm>
          <a:off x="0" y="0"/>
          <a:ext cx="0" cy="0"/>
          <a:chOff x="0" y="0"/>
          <a:chExt cx="0" cy="0"/>
        </a:xfrm>
      </p:grpSpPr>
      <p:sp>
        <p:nvSpPr>
          <p:cNvPr id="100" name="Google Shape;100;p58"/>
          <p:cNvSpPr txBox="1"/>
          <p:nvPr>
            <p:ph idx="1" type="body"/>
          </p:nvPr>
        </p:nvSpPr>
        <p:spPr>
          <a:xfrm>
            <a:off x="609601" y="1343025"/>
            <a:ext cx="5384800" cy="51371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58"/>
          <p:cNvSpPr txBox="1"/>
          <p:nvPr>
            <p:ph idx="2" type="body"/>
          </p:nvPr>
        </p:nvSpPr>
        <p:spPr>
          <a:xfrm>
            <a:off x="6197600" y="1343025"/>
            <a:ext cx="5384800" cy="51371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58"/>
          <p:cNvSpPr txBox="1"/>
          <p:nvPr>
            <p:ph type="title"/>
          </p:nvPr>
        </p:nvSpPr>
        <p:spPr>
          <a:xfrm>
            <a:off x="607639" y="308703"/>
            <a:ext cx="10464800" cy="563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88888"/>
                </a:solidFill>
                <a:latin typeface="Calibri"/>
                <a:ea typeface="Calibri"/>
                <a:cs typeface="Calibri"/>
                <a:sym typeface="Calibri"/>
              </a:defRPr>
            </a:lvl1pPr>
            <a:lvl2pPr indent="0" lvl="1" marL="0" marR="0" algn="r">
              <a:spcBef>
                <a:spcPts val="0"/>
              </a:spcBef>
              <a:buNone/>
              <a:defRPr sz="1200">
                <a:solidFill>
                  <a:srgbClr val="888888"/>
                </a:solidFill>
                <a:latin typeface="Calibri"/>
                <a:ea typeface="Calibri"/>
                <a:cs typeface="Calibri"/>
                <a:sym typeface="Calibri"/>
              </a:defRPr>
            </a:lvl2pPr>
            <a:lvl3pPr indent="0" lvl="2" marL="0" marR="0" algn="r">
              <a:spcBef>
                <a:spcPts val="0"/>
              </a:spcBef>
              <a:buNone/>
              <a:defRPr sz="1200">
                <a:solidFill>
                  <a:srgbClr val="888888"/>
                </a:solidFill>
                <a:latin typeface="Calibri"/>
                <a:ea typeface="Calibri"/>
                <a:cs typeface="Calibri"/>
                <a:sym typeface="Calibri"/>
              </a:defRPr>
            </a:lvl3pPr>
            <a:lvl4pPr indent="0" lvl="3" marL="0" marR="0" algn="r">
              <a:spcBef>
                <a:spcPts val="0"/>
              </a:spcBef>
              <a:buNone/>
              <a:defRPr sz="1200">
                <a:solidFill>
                  <a:srgbClr val="888888"/>
                </a:solidFill>
                <a:latin typeface="Calibri"/>
                <a:ea typeface="Calibri"/>
                <a:cs typeface="Calibri"/>
                <a:sym typeface="Calibri"/>
              </a:defRPr>
            </a:lvl4pPr>
            <a:lvl5pPr indent="0" lvl="4" marL="0" marR="0" algn="r">
              <a:spcBef>
                <a:spcPts val="0"/>
              </a:spcBef>
              <a:buNone/>
              <a:defRPr sz="1200">
                <a:solidFill>
                  <a:srgbClr val="888888"/>
                </a:solidFill>
                <a:latin typeface="Calibri"/>
                <a:ea typeface="Calibri"/>
                <a:cs typeface="Calibri"/>
                <a:sym typeface="Calibri"/>
              </a:defRPr>
            </a:lvl5pPr>
            <a:lvl6pPr indent="0" lvl="5" marL="0" marR="0" algn="r">
              <a:spcBef>
                <a:spcPts val="0"/>
              </a:spcBef>
              <a:buNone/>
              <a:defRPr sz="1200">
                <a:solidFill>
                  <a:srgbClr val="888888"/>
                </a:solidFill>
                <a:latin typeface="Calibri"/>
                <a:ea typeface="Calibri"/>
                <a:cs typeface="Calibri"/>
                <a:sym typeface="Calibri"/>
              </a:defRPr>
            </a:lvl6pPr>
            <a:lvl7pPr indent="0" lvl="6" marL="0" marR="0" algn="r">
              <a:spcBef>
                <a:spcPts val="0"/>
              </a:spcBef>
              <a:buNone/>
              <a:defRPr sz="1200">
                <a:solidFill>
                  <a:srgbClr val="888888"/>
                </a:solidFill>
                <a:latin typeface="Calibri"/>
                <a:ea typeface="Calibri"/>
                <a:cs typeface="Calibri"/>
                <a:sym typeface="Calibri"/>
              </a:defRPr>
            </a:lvl7pPr>
            <a:lvl8pPr indent="0" lvl="7" marL="0" marR="0" algn="r">
              <a:spcBef>
                <a:spcPts val="0"/>
              </a:spcBef>
              <a:buNone/>
              <a:defRPr sz="1200">
                <a:solidFill>
                  <a:srgbClr val="888888"/>
                </a:solidFill>
                <a:latin typeface="Calibri"/>
                <a:ea typeface="Calibri"/>
                <a:cs typeface="Calibri"/>
                <a:sym typeface="Calibri"/>
              </a:defRPr>
            </a:lvl8pPr>
            <a:lvl9pPr indent="0" lvl="8" marL="0" marR="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105" name="Shape 105"/>
        <p:cNvGrpSpPr/>
        <p:nvPr/>
      </p:nvGrpSpPr>
      <p:grpSpPr>
        <a:xfrm>
          <a:off x="0" y="0"/>
          <a:ext cx="0" cy="0"/>
          <a:chOff x="0" y="0"/>
          <a:chExt cx="0" cy="0"/>
        </a:xfrm>
      </p:grpSpPr>
      <p:sp>
        <p:nvSpPr>
          <p:cNvPr id="106" name="Google Shape;106;p59"/>
          <p:cNvSpPr txBox="1"/>
          <p:nvPr>
            <p:ph idx="1" type="body"/>
          </p:nvPr>
        </p:nvSpPr>
        <p:spPr>
          <a:xfrm>
            <a:off x="840319" y="1681164"/>
            <a:ext cx="5158316"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7" name="Google Shape;107;p59"/>
          <p:cNvSpPr txBox="1"/>
          <p:nvPr>
            <p:ph idx="2" type="body"/>
          </p:nvPr>
        </p:nvSpPr>
        <p:spPr>
          <a:xfrm>
            <a:off x="840319" y="2505075"/>
            <a:ext cx="5158316"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59"/>
          <p:cNvSpPr txBox="1"/>
          <p:nvPr>
            <p:ph idx="3" type="body"/>
          </p:nvPr>
        </p:nvSpPr>
        <p:spPr>
          <a:xfrm>
            <a:off x="6172200" y="1681164"/>
            <a:ext cx="518371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9" name="Google Shape;109;p59"/>
          <p:cNvSpPr txBox="1"/>
          <p:nvPr>
            <p:ph idx="4" type="body"/>
          </p:nvPr>
        </p:nvSpPr>
        <p:spPr>
          <a:xfrm>
            <a:off x="6172200" y="2505075"/>
            <a:ext cx="518371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59"/>
          <p:cNvSpPr txBox="1"/>
          <p:nvPr>
            <p:ph type="title"/>
          </p:nvPr>
        </p:nvSpPr>
        <p:spPr>
          <a:xfrm>
            <a:off x="607639" y="308703"/>
            <a:ext cx="10464800" cy="563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88888"/>
                </a:solidFill>
                <a:latin typeface="Calibri"/>
                <a:ea typeface="Calibri"/>
                <a:cs typeface="Calibri"/>
                <a:sym typeface="Calibri"/>
              </a:defRPr>
            </a:lvl1pPr>
            <a:lvl2pPr indent="0" lvl="1" marL="0" marR="0" algn="r">
              <a:spcBef>
                <a:spcPts val="0"/>
              </a:spcBef>
              <a:buNone/>
              <a:defRPr sz="1200">
                <a:solidFill>
                  <a:srgbClr val="888888"/>
                </a:solidFill>
                <a:latin typeface="Calibri"/>
                <a:ea typeface="Calibri"/>
                <a:cs typeface="Calibri"/>
                <a:sym typeface="Calibri"/>
              </a:defRPr>
            </a:lvl2pPr>
            <a:lvl3pPr indent="0" lvl="2" marL="0" marR="0" algn="r">
              <a:spcBef>
                <a:spcPts val="0"/>
              </a:spcBef>
              <a:buNone/>
              <a:defRPr sz="1200">
                <a:solidFill>
                  <a:srgbClr val="888888"/>
                </a:solidFill>
                <a:latin typeface="Calibri"/>
                <a:ea typeface="Calibri"/>
                <a:cs typeface="Calibri"/>
                <a:sym typeface="Calibri"/>
              </a:defRPr>
            </a:lvl3pPr>
            <a:lvl4pPr indent="0" lvl="3" marL="0" marR="0" algn="r">
              <a:spcBef>
                <a:spcPts val="0"/>
              </a:spcBef>
              <a:buNone/>
              <a:defRPr sz="1200">
                <a:solidFill>
                  <a:srgbClr val="888888"/>
                </a:solidFill>
                <a:latin typeface="Calibri"/>
                <a:ea typeface="Calibri"/>
                <a:cs typeface="Calibri"/>
                <a:sym typeface="Calibri"/>
              </a:defRPr>
            </a:lvl4pPr>
            <a:lvl5pPr indent="0" lvl="4" marL="0" marR="0" algn="r">
              <a:spcBef>
                <a:spcPts val="0"/>
              </a:spcBef>
              <a:buNone/>
              <a:defRPr sz="1200">
                <a:solidFill>
                  <a:srgbClr val="888888"/>
                </a:solidFill>
                <a:latin typeface="Calibri"/>
                <a:ea typeface="Calibri"/>
                <a:cs typeface="Calibri"/>
                <a:sym typeface="Calibri"/>
              </a:defRPr>
            </a:lvl5pPr>
            <a:lvl6pPr indent="0" lvl="5" marL="0" marR="0" algn="r">
              <a:spcBef>
                <a:spcPts val="0"/>
              </a:spcBef>
              <a:buNone/>
              <a:defRPr sz="1200">
                <a:solidFill>
                  <a:srgbClr val="888888"/>
                </a:solidFill>
                <a:latin typeface="Calibri"/>
                <a:ea typeface="Calibri"/>
                <a:cs typeface="Calibri"/>
                <a:sym typeface="Calibri"/>
              </a:defRPr>
            </a:lvl6pPr>
            <a:lvl7pPr indent="0" lvl="6" marL="0" marR="0" algn="r">
              <a:spcBef>
                <a:spcPts val="0"/>
              </a:spcBef>
              <a:buNone/>
              <a:defRPr sz="1200">
                <a:solidFill>
                  <a:srgbClr val="888888"/>
                </a:solidFill>
                <a:latin typeface="Calibri"/>
                <a:ea typeface="Calibri"/>
                <a:cs typeface="Calibri"/>
                <a:sym typeface="Calibri"/>
              </a:defRPr>
            </a:lvl7pPr>
            <a:lvl8pPr indent="0" lvl="7" marL="0" marR="0" algn="r">
              <a:spcBef>
                <a:spcPts val="0"/>
              </a:spcBef>
              <a:buNone/>
              <a:defRPr sz="1200">
                <a:solidFill>
                  <a:srgbClr val="888888"/>
                </a:solidFill>
                <a:latin typeface="Calibri"/>
                <a:ea typeface="Calibri"/>
                <a:cs typeface="Calibri"/>
                <a:sym typeface="Calibri"/>
              </a:defRPr>
            </a:lvl8pPr>
            <a:lvl9pPr indent="0" lvl="8" marL="0" marR="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13" name="Shape 113"/>
        <p:cNvGrpSpPr/>
        <p:nvPr/>
      </p:nvGrpSpPr>
      <p:grpSpPr>
        <a:xfrm>
          <a:off x="0" y="0"/>
          <a:ext cx="0" cy="0"/>
          <a:chOff x="0" y="0"/>
          <a:chExt cx="0" cy="0"/>
        </a:xfrm>
      </p:grpSpPr>
      <p:sp>
        <p:nvSpPr>
          <p:cNvPr id="114" name="Google Shape;114;p60"/>
          <p:cNvSpPr txBox="1"/>
          <p:nvPr>
            <p:ph type="title"/>
          </p:nvPr>
        </p:nvSpPr>
        <p:spPr>
          <a:xfrm>
            <a:off x="609600" y="308703"/>
            <a:ext cx="10464800" cy="563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88888"/>
                </a:solidFill>
                <a:latin typeface="Calibri"/>
                <a:ea typeface="Calibri"/>
                <a:cs typeface="Calibri"/>
                <a:sym typeface="Calibri"/>
              </a:defRPr>
            </a:lvl1pPr>
            <a:lvl2pPr indent="0" lvl="1" marL="0" marR="0" algn="r">
              <a:spcBef>
                <a:spcPts val="0"/>
              </a:spcBef>
              <a:buNone/>
              <a:defRPr sz="1200">
                <a:solidFill>
                  <a:srgbClr val="888888"/>
                </a:solidFill>
                <a:latin typeface="Calibri"/>
                <a:ea typeface="Calibri"/>
                <a:cs typeface="Calibri"/>
                <a:sym typeface="Calibri"/>
              </a:defRPr>
            </a:lvl2pPr>
            <a:lvl3pPr indent="0" lvl="2" marL="0" marR="0" algn="r">
              <a:spcBef>
                <a:spcPts val="0"/>
              </a:spcBef>
              <a:buNone/>
              <a:defRPr sz="1200">
                <a:solidFill>
                  <a:srgbClr val="888888"/>
                </a:solidFill>
                <a:latin typeface="Calibri"/>
                <a:ea typeface="Calibri"/>
                <a:cs typeface="Calibri"/>
                <a:sym typeface="Calibri"/>
              </a:defRPr>
            </a:lvl3pPr>
            <a:lvl4pPr indent="0" lvl="3" marL="0" marR="0" algn="r">
              <a:spcBef>
                <a:spcPts val="0"/>
              </a:spcBef>
              <a:buNone/>
              <a:defRPr sz="1200">
                <a:solidFill>
                  <a:srgbClr val="888888"/>
                </a:solidFill>
                <a:latin typeface="Calibri"/>
                <a:ea typeface="Calibri"/>
                <a:cs typeface="Calibri"/>
                <a:sym typeface="Calibri"/>
              </a:defRPr>
            </a:lvl4pPr>
            <a:lvl5pPr indent="0" lvl="4" marL="0" marR="0" algn="r">
              <a:spcBef>
                <a:spcPts val="0"/>
              </a:spcBef>
              <a:buNone/>
              <a:defRPr sz="1200">
                <a:solidFill>
                  <a:srgbClr val="888888"/>
                </a:solidFill>
                <a:latin typeface="Calibri"/>
                <a:ea typeface="Calibri"/>
                <a:cs typeface="Calibri"/>
                <a:sym typeface="Calibri"/>
              </a:defRPr>
            </a:lvl5pPr>
            <a:lvl6pPr indent="0" lvl="5" marL="0" marR="0" algn="r">
              <a:spcBef>
                <a:spcPts val="0"/>
              </a:spcBef>
              <a:buNone/>
              <a:defRPr sz="1200">
                <a:solidFill>
                  <a:srgbClr val="888888"/>
                </a:solidFill>
                <a:latin typeface="Calibri"/>
                <a:ea typeface="Calibri"/>
                <a:cs typeface="Calibri"/>
                <a:sym typeface="Calibri"/>
              </a:defRPr>
            </a:lvl6pPr>
            <a:lvl7pPr indent="0" lvl="6" marL="0" marR="0" algn="r">
              <a:spcBef>
                <a:spcPts val="0"/>
              </a:spcBef>
              <a:buNone/>
              <a:defRPr sz="1200">
                <a:solidFill>
                  <a:srgbClr val="888888"/>
                </a:solidFill>
                <a:latin typeface="Calibri"/>
                <a:ea typeface="Calibri"/>
                <a:cs typeface="Calibri"/>
                <a:sym typeface="Calibri"/>
              </a:defRPr>
            </a:lvl7pPr>
            <a:lvl8pPr indent="0" lvl="7" marL="0" marR="0" algn="r">
              <a:spcBef>
                <a:spcPts val="0"/>
              </a:spcBef>
              <a:buNone/>
              <a:defRPr sz="1200">
                <a:solidFill>
                  <a:srgbClr val="888888"/>
                </a:solidFill>
                <a:latin typeface="Calibri"/>
                <a:ea typeface="Calibri"/>
                <a:cs typeface="Calibri"/>
                <a:sym typeface="Calibri"/>
              </a:defRPr>
            </a:lvl8pPr>
            <a:lvl9pPr indent="0" lvl="8" marL="0" marR="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5" name="Shape 125"/>
        <p:cNvGrpSpPr/>
        <p:nvPr/>
      </p:nvGrpSpPr>
      <p:grpSpPr>
        <a:xfrm>
          <a:off x="0" y="0"/>
          <a:ext cx="0" cy="0"/>
          <a:chOff x="0" y="0"/>
          <a:chExt cx="0" cy="0"/>
        </a:xfrm>
      </p:grpSpPr>
      <p:sp>
        <p:nvSpPr>
          <p:cNvPr id="126" name="Google Shape;126;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b="0" sz="14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1" name="Shape 131"/>
        <p:cNvGrpSpPr/>
        <p:nvPr/>
      </p:nvGrpSpPr>
      <p:grpSpPr>
        <a:xfrm>
          <a:off x="0" y="0"/>
          <a:ext cx="0" cy="0"/>
          <a:chOff x="0" y="0"/>
          <a:chExt cx="0" cy="0"/>
        </a:xfrm>
      </p:grpSpPr>
      <p:sp>
        <p:nvSpPr>
          <p:cNvPr id="132" name="Google Shape;132;p3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3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34" name="Google Shape;134;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b="0" sz="14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7" name="Shape 137"/>
        <p:cNvGrpSpPr/>
        <p:nvPr/>
      </p:nvGrpSpPr>
      <p:grpSpPr>
        <a:xfrm>
          <a:off x="0" y="0"/>
          <a:ext cx="0" cy="0"/>
          <a:chOff x="0" y="0"/>
          <a:chExt cx="0" cy="0"/>
        </a:xfrm>
      </p:grpSpPr>
      <p:sp>
        <p:nvSpPr>
          <p:cNvPr id="138" name="Google Shape;138;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b="0" sz="14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1" name="Shape 141"/>
        <p:cNvGrpSpPr/>
        <p:nvPr/>
      </p:nvGrpSpPr>
      <p:grpSpPr>
        <a:xfrm>
          <a:off x="0" y="0"/>
          <a:ext cx="0" cy="0"/>
          <a:chOff x="0" y="0"/>
          <a:chExt cx="0" cy="0"/>
        </a:xfrm>
      </p:grpSpPr>
      <p:sp>
        <p:nvSpPr>
          <p:cNvPr id="142" name="Google Shape;142;p3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3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4" name="Google Shape;144;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
        <p:nvSpPr>
          <p:cNvPr id="147" name="Google Shape;147;p38"/>
          <p:cNvSpPr/>
          <p:nvPr/>
        </p:nvSpPr>
        <p:spPr>
          <a:xfrm>
            <a:off x="40217" y="30163"/>
            <a:ext cx="12115800" cy="6800850"/>
          </a:xfrm>
          <a:prstGeom prst="rect">
            <a:avLst/>
          </a:prstGeom>
          <a:noFill/>
          <a:ln cap="flat" cmpd="sng" w="28575">
            <a:solidFill>
              <a:srgbClr val="30003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dk1"/>
              </a:solidFill>
              <a:latin typeface="Times New Roman"/>
              <a:ea typeface="Times New Roman"/>
              <a:cs typeface="Times New Roman"/>
              <a:sym typeface="Times New Roman"/>
            </a:endParaRPr>
          </a:p>
        </p:txBody>
      </p:sp>
      <p:sp>
        <p:nvSpPr>
          <p:cNvPr id="148" name="Google Shape;148;p38"/>
          <p:cNvSpPr txBox="1"/>
          <p:nvPr/>
        </p:nvSpPr>
        <p:spPr>
          <a:xfrm>
            <a:off x="3179234" y="6440489"/>
            <a:ext cx="1326004"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EEEEEE"/>
                </a:solidFill>
                <a:latin typeface="Arial"/>
                <a:ea typeface="Arial"/>
                <a:cs typeface="Arial"/>
                <a:sym typeface="Arial"/>
              </a:rPr>
              <a:t>TLU-CSE280-dungcv</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9" name="Shape 149"/>
        <p:cNvGrpSpPr/>
        <p:nvPr/>
      </p:nvGrpSpPr>
      <p:grpSpPr>
        <a:xfrm>
          <a:off x="0" y="0"/>
          <a:ext cx="0" cy="0"/>
          <a:chOff x="0" y="0"/>
          <a:chExt cx="0" cy="0"/>
        </a:xfrm>
      </p:grpSpPr>
      <p:sp>
        <p:nvSpPr>
          <p:cNvPr id="150" name="Google Shape;150;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3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3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b="0" sz="140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6" name="Shape 156"/>
        <p:cNvGrpSpPr/>
        <p:nvPr/>
      </p:nvGrpSpPr>
      <p:grpSpPr>
        <a:xfrm>
          <a:off x="0" y="0"/>
          <a:ext cx="0" cy="0"/>
          <a:chOff x="0" y="0"/>
          <a:chExt cx="0" cy="0"/>
        </a:xfrm>
      </p:grpSpPr>
      <p:sp>
        <p:nvSpPr>
          <p:cNvPr id="157" name="Google Shape;157;p4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4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9" name="Google Shape;159;p4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p4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1" name="Google Shape;161;p4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 name="Google Shape;162;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b="0" sz="140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5" name="Shape 165"/>
        <p:cNvGrpSpPr/>
        <p:nvPr/>
      </p:nvGrpSpPr>
      <p:grpSpPr>
        <a:xfrm>
          <a:off x="0" y="0"/>
          <a:ext cx="0" cy="0"/>
          <a:chOff x="0" y="0"/>
          <a:chExt cx="0" cy="0"/>
        </a:xfrm>
      </p:grpSpPr>
      <p:sp>
        <p:nvSpPr>
          <p:cNvPr id="166" name="Google Shape;166;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b="0" sz="140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0" name="Shape 170"/>
        <p:cNvGrpSpPr/>
        <p:nvPr/>
      </p:nvGrpSpPr>
      <p:grpSpPr>
        <a:xfrm>
          <a:off x="0" y="0"/>
          <a:ext cx="0" cy="0"/>
          <a:chOff x="0" y="0"/>
          <a:chExt cx="0" cy="0"/>
        </a:xfrm>
      </p:grpSpPr>
      <p:sp>
        <p:nvSpPr>
          <p:cNvPr id="171" name="Google Shape;171;p4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4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73" name="Google Shape;173;p4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74" name="Google Shape;174;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b="0" sz="140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77" name="Shape 177"/>
        <p:cNvGrpSpPr/>
        <p:nvPr/>
      </p:nvGrpSpPr>
      <p:grpSpPr>
        <a:xfrm>
          <a:off x="0" y="0"/>
          <a:ext cx="0" cy="0"/>
          <a:chOff x="0" y="0"/>
          <a:chExt cx="0" cy="0"/>
        </a:xfrm>
      </p:grpSpPr>
      <p:sp>
        <p:nvSpPr>
          <p:cNvPr id="178" name="Google Shape;178;p4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p43"/>
          <p:cNvSpPr/>
          <p:nvPr>
            <p:ph idx="2" type="pic"/>
          </p:nvPr>
        </p:nvSpPr>
        <p:spPr>
          <a:xfrm>
            <a:off x="5183188" y="987425"/>
            <a:ext cx="6172200" cy="4873625"/>
          </a:xfrm>
          <a:prstGeom prst="rect">
            <a:avLst/>
          </a:prstGeom>
          <a:noFill/>
          <a:ln>
            <a:noFill/>
          </a:ln>
        </p:spPr>
      </p:sp>
      <p:sp>
        <p:nvSpPr>
          <p:cNvPr id="180" name="Google Shape;180;p4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81" name="Google Shape;181;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b="0" sz="140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4" name="Shape 184"/>
        <p:cNvGrpSpPr/>
        <p:nvPr/>
      </p:nvGrpSpPr>
      <p:grpSpPr>
        <a:xfrm>
          <a:off x="0" y="0"/>
          <a:ext cx="0" cy="0"/>
          <a:chOff x="0" y="0"/>
          <a:chExt cx="0" cy="0"/>
        </a:xfrm>
      </p:grpSpPr>
      <p:sp>
        <p:nvSpPr>
          <p:cNvPr id="185" name="Google Shape;185;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4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 name="Google Shape;187;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b="0" sz="14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0" name="Shape 190"/>
        <p:cNvGrpSpPr/>
        <p:nvPr/>
      </p:nvGrpSpPr>
      <p:grpSpPr>
        <a:xfrm>
          <a:off x="0" y="0"/>
          <a:ext cx="0" cy="0"/>
          <a:chOff x="0" y="0"/>
          <a:chExt cx="0" cy="0"/>
        </a:xfrm>
      </p:grpSpPr>
      <p:sp>
        <p:nvSpPr>
          <p:cNvPr id="191" name="Google Shape;191;p4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4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b="0" sz="140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1.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2" Type="http://schemas.openxmlformats.org/officeDocument/2006/relationships/theme" Target="../theme/theme2.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2"/>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32"/>
          <p:cNvSpPr/>
          <p:nvPr/>
        </p:nvSpPr>
        <p:spPr>
          <a:xfrm>
            <a:off x="609601" y="247586"/>
            <a:ext cx="10520363" cy="685799"/>
          </a:xfrm>
          <a:prstGeom prst="snip1Rect">
            <a:avLst>
              <a:gd fmla="val 16667" name="adj"/>
            </a:avLst>
          </a:prstGeom>
          <a:solidFill>
            <a:srgbClr val="1F3864"/>
          </a:solidFill>
          <a:ln cap="flat" cmpd="sng" w="12700">
            <a:solidFill>
              <a:srgbClr val="7F6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6" name="Google Shape;16;p32"/>
          <p:cNvPicPr preferRelativeResize="0"/>
          <p:nvPr/>
        </p:nvPicPr>
        <p:blipFill rotWithShape="1">
          <a:blip r:embed="rId1">
            <a:alphaModFix/>
          </a:blip>
          <a:srcRect b="0" l="0" r="0" t="0"/>
          <a:stretch/>
        </p:blipFill>
        <p:spPr>
          <a:xfrm>
            <a:off x="11160656" y="1"/>
            <a:ext cx="1022350" cy="10223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9" name="Google Shape;119;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 name="Google Shape;120;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1" name="Google Shape;121;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2" name="Google Shape;122;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p>
        </p:txBody>
      </p:sp>
      <p:sp>
        <p:nvSpPr>
          <p:cNvPr id="123" name="Google Shape;123;p34"/>
          <p:cNvSpPr/>
          <p:nvPr/>
        </p:nvSpPr>
        <p:spPr>
          <a:xfrm>
            <a:off x="40217" y="30163"/>
            <a:ext cx="12115800" cy="6800850"/>
          </a:xfrm>
          <a:prstGeom prst="rect">
            <a:avLst/>
          </a:prstGeom>
          <a:noFill/>
          <a:ln cap="flat" cmpd="sng" w="28575">
            <a:solidFill>
              <a:srgbClr val="30003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2400" u="none" cap="none" strike="noStrike">
              <a:solidFill>
                <a:schemeClr val="dk1"/>
              </a:solidFill>
              <a:latin typeface="Times New Roman"/>
              <a:ea typeface="Times New Roman"/>
              <a:cs typeface="Times New Roman"/>
              <a:sym typeface="Times New Roman"/>
            </a:endParaRPr>
          </a:p>
        </p:txBody>
      </p:sp>
      <p:sp>
        <p:nvSpPr>
          <p:cNvPr id="124" name="Google Shape;124;p34"/>
          <p:cNvSpPr txBox="1"/>
          <p:nvPr/>
        </p:nvSpPr>
        <p:spPr>
          <a:xfrm>
            <a:off x="3247540" y="6429376"/>
            <a:ext cx="1326004" cy="232821"/>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b="1" i="0" lang="en-US" sz="900" u="none" cap="none" strike="noStrike">
                <a:solidFill>
                  <a:srgbClr val="EEEEEE"/>
                </a:solidFill>
                <a:latin typeface="Arial"/>
                <a:ea typeface="Arial"/>
                <a:cs typeface="Arial"/>
                <a:sym typeface="Arial"/>
              </a:rPr>
              <a:t>TLU-CSE280-dungcv</a:t>
            </a:r>
            <a:endParaRPr b="1" i="1" sz="900" u="none" cap="none" strike="noStrike">
              <a:solidFill>
                <a:srgbClr val="EEEEEE"/>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1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1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1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10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animEffect filter="fade" transition="in">
                                      <p:cBhvr>
                                        <p:cTn dur="1000"/>
                                        <p:tgtEl>
                                          <p:spTgt spid="1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5" st="5"/>
                                            </p:txEl>
                                          </p:spTgt>
                                        </p:tgtEl>
                                        <p:attrNameLst>
                                          <p:attrName>style.visibility</p:attrName>
                                        </p:attrNameLst>
                                      </p:cBhvr>
                                      <p:to>
                                        <p:strVal val="visible"/>
                                      </p:to>
                                    </p:set>
                                    <p:animEffect filter="fade" transition="in">
                                      <p:cBhvr>
                                        <p:cTn dur="1000"/>
                                        <p:tgtEl>
                                          <p:spTgt spid="1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6" st="6"/>
                                            </p:txEl>
                                          </p:spTgt>
                                        </p:tgtEl>
                                        <p:attrNameLst>
                                          <p:attrName>style.visibility</p:attrName>
                                        </p:attrNameLst>
                                      </p:cBhvr>
                                      <p:to>
                                        <p:strVal val="visible"/>
                                      </p:to>
                                    </p:set>
                                    <p:animEffect filter="fade" transition="in">
                                      <p:cBhvr>
                                        <p:cTn dur="1000"/>
                                        <p:tgtEl>
                                          <p:spTgt spid="11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7" st="7"/>
                                            </p:txEl>
                                          </p:spTgt>
                                        </p:tgtEl>
                                        <p:attrNameLst>
                                          <p:attrName>style.visibility</p:attrName>
                                        </p:attrNameLst>
                                      </p:cBhvr>
                                      <p:to>
                                        <p:strVal val="visible"/>
                                      </p:to>
                                    </p:set>
                                    <p:animEffect filter="fade" transition="in">
                                      <p:cBhvr>
                                        <p:cTn dur="1000"/>
                                        <p:tgtEl>
                                          <p:spTgt spid="11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8" st="8"/>
                                            </p:txEl>
                                          </p:spTgt>
                                        </p:tgtEl>
                                        <p:attrNameLst>
                                          <p:attrName>style.visibility</p:attrName>
                                        </p:attrNameLst>
                                      </p:cBhvr>
                                      <p:to>
                                        <p:strVal val="visible"/>
                                      </p:to>
                                    </p:set>
                                    <p:animEffect filter="fade" transition="in">
                                      <p:cBhvr>
                                        <p:cTn dur="1000"/>
                                        <p:tgtEl>
                                          <p:spTgt spid="11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9" name="Shape 199"/>
        <p:cNvGrpSpPr/>
        <p:nvPr/>
      </p:nvGrpSpPr>
      <p:grpSpPr>
        <a:xfrm>
          <a:off x="0" y="0"/>
          <a:ext cx="0" cy="0"/>
          <a:chOff x="0" y="0"/>
          <a:chExt cx="0" cy="0"/>
        </a:xfrm>
      </p:grpSpPr>
      <p:sp>
        <p:nvSpPr>
          <p:cNvPr id="200" name="Google Shape;200;p1"/>
          <p:cNvSpPr/>
          <p:nvPr/>
        </p:nvSpPr>
        <p:spPr>
          <a:xfrm>
            <a:off x="160" y="90"/>
            <a:ext cx="12191680" cy="685782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1" name="Google Shape;201;p1"/>
          <p:cNvSpPr txBox="1"/>
          <p:nvPr>
            <p:ph type="ctrTitle"/>
          </p:nvPr>
        </p:nvSpPr>
        <p:spPr>
          <a:xfrm>
            <a:off x="532125" y="3221531"/>
            <a:ext cx="11312471" cy="2044001"/>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FFFFFF"/>
              </a:buClr>
              <a:buSzPct val="100000"/>
              <a:buFont typeface="Calibri"/>
              <a:buNone/>
            </a:pPr>
            <a:r>
              <a:rPr lang="en-US" sz="4800">
                <a:solidFill>
                  <a:srgbClr val="FFFFFF"/>
                </a:solidFill>
              </a:rPr>
              <a:t>NGUYÊN LÝ LẬP TRÌNH HƯỚNG ĐỐI TƯỢNG</a:t>
            </a:r>
            <a:br>
              <a:rPr lang="en-US" sz="4800">
                <a:solidFill>
                  <a:srgbClr val="FFFFFF"/>
                </a:solidFill>
              </a:rPr>
            </a:br>
            <a:br>
              <a:rPr lang="en-US" sz="4800">
                <a:solidFill>
                  <a:srgbClr val="FFFFFF"/>
                </a:solidFill>
              </a:rPr>
            </a:br>
            <a:r>
              <a:rPr lang="en-US" sz="4800">
                <a:solidFill>
                  <a:srgbClr val="FFFFFF"/>
                </a:solidFill>
              </a:rPr>
              <a:t>Bài 3: Nạp chồng toán tử</a:t>
            </a:r>
            <a:endParaRPr b="1" sz="4800">
              <a:solidFill>
                <a:srgbClr val="FFFFFF"/>
              </a:solidFill>
              <a:highlight>
                <a:srgbClr val="808000"/>
              </a:highlight>
            </a:endParaRPr>
          </a:p>
        </p:txBody>
      </p:sp>
      <p:sp>
        <p:nvSpPr>
          <p:cNvPr id="202" name="Google Shape;202;p1"/>
          <p:cNvSpPr/>
          <p:nvPr/>
        </p:nvSpPr>
        <p:spPr>
          <a:xfrm>
            <a:off x="5025943" y="889318"/>
            <a:ext cx="2140116" cy="2140116"/>
          </a:xfrm>
          <a:prstGeom prst="ellipse">
            <a:avLst/>
          </a:prstGeom>
          <a:solidFill>
            <a:srgbClr val="FFFFFF"/>
          </a:solidFill>
          <a:ln cap="flat" cmpd="sng" w="19050">
            <a:solidFill>
              <a:srgbClr val="001BC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Icon&#10;&#10;Description automatically generated" id="203" name="Google Shape;203;p1"/>
          <p:cNvPicPr preferRelativeResize="0"/>
          <p:nvPr/>
        </p:nvPicPr>
        <p:blipFill rotWithShape="1">
          <a:blip r:embed="rId3">
            <a:alphaModFix/>
          </a:blip>
          <a:srcRect b="0" l="0" r="0" t="0"/>
          <a:stretch/>
        </p:blipFill>
        <p:spPr>
          <a:xfrm>
            <a:off x="5508279" y="1371655"/>
            <a:ext cx="1175443" cy="1175443"/>
          </a:xfrm>
          <a:prstGeom prst="rect">
            <a:avLst/>
          </a:prstGeom>
          <a:noFill/>
          <a:ln>
            <a:noFill/>
          </a:ln>
        </p:spPr>
      </p:pic>
      <p:sp>
        <p:nvSpPr>
          <p:cNvPr id="204" name="Google Shape;204;p1"/>
          <p:cNvSpPr/>
          <p:nvPr/>
        </p:nvSpPr>
        <p:spPr>
          <a:xfrm>
            <a:off x="6003635" y="71339"/>
            <a:ext cx="18473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 name="Shape 208"/>
        <p:cNvGrpSpPr/>
        <p:nvPr/>
      </p:nvGrpSpPr>
      <p:grpSpPr>
        <a:xfrm>
          <a:off x="0" y="0"/>
          <a:ext cx="0" cy="0"/>
          <a:chOff x="0" y="0"/>
          <a:chExt cx="0" cy="0"/>
        </a:xfrm>
      </p:grpSpPr>
      <p:sp>
        <p:nvSpPr>
          <p:cNvPr id="209" name="Google Shape;209;p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0" name="Google Shape;210;p2"/>
          <p:cNvSpPr txBox="1"/>
          <p:nvPr>
            <p:ph type="title"/>
          </p:nvPr>
        </p:nvSpPr>
        <p:spPr>
          <a:xfrm>
            <a:off x="635000" y="640823"/>
            <a:ext cx="3418659" cy="55831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NỘI DUNG</a:t>
            </a:r>
            <a:endParaRPr/>
          </a:p>
        </p:txBody>
      </p:sp>
      <p:sp>
        <p:nvSpPr>
          <p:cNvPr id="211" name="Google Shape;211;p2"/>
          <p:cNvSpPr/>
          <p:nvPr/>
        </p:nvSpPr>
        <p:spPr>
          <a:xfrm rot="5400000">
            <a:off x="1627450" y="3462719"/>
            <a:ext cx="5410200" cy="18288"/>
          </a:xfrm>
          <a:custGeom>
            <a:rect b="b" l="l" r="r" t="t"/>
            <a:pathLst>
              <a:path extrusionOk="0" fill="none" h="18288" w="541020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extrusionOk="0" h="18288" w="541020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2" name="Google Shape;21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chemeClr val="dk1"/>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grpSp>
        <p:nvGrpSpPr>
          <p:cNvPr id="213" name="Google Shape;213;p2"/>
          <p:cNvGrpSpPr/>
          <p:nvPr/>
        </p:nvGrpSpPr>
        <p:grpSpPr>
          <a:xfrm>
            <a:off x="4648018" y="643525"/>
            <a:ext cx="6900512" cy="5530734"/>
            <a:chOff x="0" y="2703"/>
            <a:chExt cx="6900512" cy="5530734"/>
          </a:xfrm>
        </p:grpSpPr>
        <p:cxnSp>
          <p:nvCxnSpPr>
            <p:cNvPr id="214" name="Google Shape;214;p2"/>
            <p:cNvCxnSpPr/>
            <p:nvPr/>
          </p:nvCxnSpPr>
          <p:spPr>
            <a:xfrm>
              <a:off x="0" y="2703"/>
              <a:ext cx="6900512" cy="0"/>
            </a:xfrm>
            <a:prstGeom prst="straightConnector1">
              <a:avLst/>
            </a:prstGeom>
            <a:solidFill>
              <a:schemeClr val="accent2"/>
            </a:solidFill>
            <a:ln cap="flat" cmpd="sng" w="12700">
              <a:solidFill>
                <a:schemeClr val="accent2"/>
              </a:solidFill>
              <a:prstDash val="solid"/>
              <a:miter lim="800000"/>
              <a:headEnd len="sm" w="sm" type="none"/>
              <a:tailEnd len="sm" w="sm" type="none"/>
            </a:ln>
          </p:spPr>
        </p:cxnSp>
        <p:sp>
          <p:nvSpPr>
            <p:cNvPr id="215" name="Google Shape;215;p2"/>
            <p:cNvSpPr/>
            <p:nvPr/>
          </p:nvSpPr>
          <p:spPr>
            <a:xfrm>
              <a:off x="0" y="2703"/>
              <a:ext cx="6900512" cy="184357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
            <p:cNvSpPr txBox="1"/>
            <p:nvPr/>
          </p:nvSpPr>
          <p:spPr>
            <a:xfrm>
              <a:off x="0" y="2703"/>
              <a:ext cx="6900512" cy="1843578"/>
            </a:xfrm>
            <a:prstGeom prst="rect">
              <a:avLst/>
            </a:prstGeom>
            <a:noFill/>
            <a:ln>
              <a:noFill/>
            </a:ln>
          </p:spPr>
          <p:txBody>
            <a:bodyPr anchorCtr="0" anchor="t" bIns="194300" lIns="194300" spcFirstLastPara="1" rIns="194300" wrap="square" tIns="194300">
              <a:noAutofit/>
            </a:bodyPr>
            <a:lstStyle/>
            <a:p>
              <a:pPr indent="0" lvl="0" marL="0" marR="0" rtl="0" algn="l">
                <a:lnSpc>
                  <a:spcPct val="90000"/>
                </a:lnSpc>
                <a:spcBef>
                  <a:spcPts val="0"/>
                </a:spcBef>
                <a:spcAft>
                  <a:spcPts val="0"/>
                </a:spcAft>
                <a:buClr>
                  <a:schemeClr val="dk1"/>
                </a:buClr>
                <a:buSzPts val="5100"/>
                <a:buFont typeface="Calibri"/>
                <a:buNone/>
              </a:pPr>
              <a:r>
                <a:rPr b="0" i="0" lang="en-US" sz="5100" u="none" cap="none" strike="noStrike">
                  <a:solidFill>
                    <a:schemeClr val="dk1"/>
                  </a:solidFill>
                  <a:latin typeface="Calibri"/>
                  <a:ea typeface="Calibri"/>
                  <a:cs typeface="Calibri"/>
                  <a:sym typeface="Calibri"/>
                </a:rPr>
                <a:t>Nạp chồng toán tử</a:t>
              </a:r>
              <a:endParaRPr b="0" i="0" sz="5100" u="none" cap="none" strike="noStrike">
                <a:solidFill>
                  <a:schemeClr val="dk1"/>
                </a:solidFill>
                <a:latin typeface="Calibri"/>
                <a:ea typeface="Calibri"/>
                <a:cs typeface="Calibri"/>
                <a:sym typeface="Calibri"/>
              </a:endParaRPr>
            </a:p>
          </p:txBody>
        </p:sp>
        <p:cxnSp>
          <p:nvCxnSpPr>
            <p:cNvPr id="217" name="Google Shape;217;p2"/>
            <p:cNvCxnSpPr/>
            <p:nvPr/>
          </p:nvCxnSpPr>
          <p:spPr>
            <a:xfrm>
              <a:off x="0" y="1846281"/>
              <a:ext cx="6900512" cy="0"/>
            </a:xfrm>
            <a:prstGeom prst="straightConnector1">
              <a:avLst/>
            </a:prstGeom>
            <a:solidFill>
              <a:schemeClr val="accent3"/>
            </a:solidFill>
            <a:ln cap="flat" cmpd="sng" w="12700">
              <a:solidFill>
                <a:schemeClr val="accent3"/>
              </a:solidFill>
              <a:prstDash val="solid"/>
              <a:miter lim="800000"/>
              <a:headEnd len="sm" w="sm" type="none"/>
              <a:tailEnd len="sm" w="sm" type="none"/>
            </a:ln>
          </p:spPr>
        </p:cxnSp>
        <p:sp>
          <p:nvSpPr>
            <p:cNvPr id="218" name="Google Shape;218;p2"/>
            <p:cNvSpPr/>
            <p:nvPr/>
          </p:nvSpPr>
          <p:spPr>
            <a:xfrm>
              <a:off x="0" y="1846281"/>
              <a:ext cx="6900512" cy="184357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
            <p:cNvSpPr txBox="1"/>
            <p:nvPr/>
          </p:nvSpPr>
          <p:spPr>
            <a:xfrm>
              <a:off x="0" y="1846281"/>
              <a:ext cx="6900512" cy="1843578"/>
            </a:xfrm>
            <a:prstGeom prst="rect">
              <a:avLst/>
            </a:prstGeom>
            <a:noFill/>
            <a:ln>
              <a:noFill/>
            </a:ln>
          </p:spPr>
          <p:txBody>
            <a:bodyPr anchorCtr="0" anchor="t" bIns="194300" lIns="194300" spcFirstLastPara="1" rIns="194300" wrap="square" tIns="194300">
              <a:noAutofit/>
            </a:bodyPr>
            <a:lstStyle/>
            <a:p>
              <a:pPr indent="0" lvl="0" marL="0" marR="0" rtl="0" algn="l">
                <a:lnSpc>
                  <a:spcPct val="90000"/>
                </a:lnSpc>
                <a:spcBef>
                  <a:spcPts val="0"/>
                </a:spcBef>
                <a:spcAft>
                  <a:spcPts val="0"/>
                </a:spcAft>
                <a:buClr>
                  <a:schemeClr val="dk1"/>
                </a:buClr>
                <a:buSzPts val="5100"/>
                <a:buFont typeface="Calibri"/>
                <a:buNone/>
              </a:pPr>
              <a:r>
                <a:rPr b="0" i="0" lang="en-US" sz="5100" u="none" cap="none" strike="noStrike">
                  <a:solidFill>
                    <a:schemeClr val="dk1"/>
                  </a:solidFill>
                  <a:latin typeface="Calibri"/>
                  <a:ea typeface="Calibri"/>
                  <a:cs typeface="Calibri"/>
                  <a:sym typeface="Calibri"/>
                </a:rPr>
                <a:t>Nạp chồng toán tử bằng hàm thành viên</a:t>
              </a:r>
              <a:endParaRPr b="0" i="0" sz="5100" u="none" cap="none" strike="noStrike">
                <a:solidFill>
                  <a:schemeClr val="dk1"/>
                </a:solidFill>
                <a:latin typeface="Calibri"/>
                <a:ea typeface="Calibri"/>
                <a:cs typeface="Calibri"/>
                <a:sym typeface="Calibri"/>
              </a:endParaRPr>
            </a:p>
          </p:txBody>
        </p:sp>
        <p:cxnSp>
          <p:nvCxnSpPr>
            <p:cNvPr id="220" name="Google Shape;220;p2"/>
            <p:cNvCxnSpPr/>
            <p:nvPr/>
          </p:nvCxnSpPr>
          <p:spPr>
            <a:xfrm>
              <a:off x="0" y="3689859"/>
              <a:ext cx="6900512" cy="0"/>
            </a:xfrm>
            <a:prstGeom prst="straightConnector1">
              <a:avLst/>
            </a:prstGeom>
            <a:solidFill>
              <a:schemeClr val="accent4"/>
            </a:solidFill>
            <a:ln cap="flat" cmpd="sng" w="12700">
              <a:solidFill>
                <a:schemeClr val="accent4"/>
              </a:solidFill>
              <a:prstDash val="solid"/>
              <a:miter lim="800000"/>
              <a:headEnd len="sm" w="sm" type="none"/>
              <a:tailEnd len="sm" w="sm" type="none"/>
            </a:ln>
          </p:spPr>
        </p:cxnSp>
        <p:sp>
          <p:nvSpPr>
            <p:cNvPr id="221" name="Google Shape;221;p2"/>
            <p:cNvSpPr/>
            <p:nvPr/>
          </p:nvSpPr>
          <p:spPr>
            <a:xfrm>
              <a:off x="0" y="3689859"/>
              <a:ext cx="6900512" cy="184357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
            <p:cNvSpPr txBox="1"/>
            <p:nvPr/>
          </p:nvSpPr>
          <p:spPr>
            <a:xfrm>
              <a:off x="0" y="3689859"/>
              <a:ext cx="6900512" cy="1843578"/>
            </a:xfrm>
            <a:prstGeom prst="rect">
              <a:avLst/>
            </a:prstGeom>
            <a:noFill/>
            <a:ln>
              <a:noFill/>
            </a:ln>
          </p:spPr>
          <p:txBody>
            <a:bodyPr anchorCtr="0" anchor="t" bIns="194300" lIns="194300" spcFirstLastPara="1" rIns="194300" wrap="square" tIns="194300">
              <a:noAutofit/>
            </a:bodyPr>
            <a:lstStyle/>
            <a:p>
              <a:pPr indent="0" lvl="0" marL="0" marR="0" rtl="0" algn="l">
                <a:lnSpc>
                  <a:spcPct val="90000"/>
                </a:lnSpc>
                <a:spcBef>
                  <a:spcPts val="0"/>
                </a:spcBef>
                <a:spcAft>
                  <a:spcPts val="0"/>
                </a:spcAft>
                <a:buClr>
                  <a:schemeClr val="dk1"/>
                </a:buClr>
                <a:buSzPts val="5100"/>
                <a:buFont typeface="Calibri"/>
                <a:buNone/>
              </a:pPr>
              <a:r>
                <a:rPr b="0" i="0" lang="en-US" sz="5100" u="none" cap="none" strike="noStrike">
                  <a:solidFill>
                    <a:schemeClr val="dk1"/>
                  </a:solidFill>
                  <a:latin typeface="Calibri"/>
                  <a:ea typeface="Calibri"/>
                  <a:cs typeface="Calibri"/>
                  <a:sym typeface="Calibri"/>
                </a:rPr>
                <a:t>Nạp chồng toán tử bằng hàm bạn</a:t>
              </a:r>
              <a:endParaRPr b="0" i="0" sz="5100" u="none" cap="none" strike="noStrike">
                <a:solidFill>
                  <a:schemeClr val="dk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6" name="Shape 226"/>
        <p:cNvGrpSpPr/>
        <p:nvPr/>
      </p:nvGrpSpPr>
      <p:grpSpPr>
        <a:xfrm>
          <a:off x="0" y="0"/>
          <a:ext cx="0" cy="0"/>
          <a:chOff x="0" y="0"/>
          <a:chExt cx="0" cy="0"/>
        </a:xfrm>
      </p:grpSpPr>
      <p:sp>
        <p:nvSpPr>
          <p:cNvPr id="227" name="Google Shape;227;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8" name="Google Shape;228;p3"/>
          <p:cNvSpPr/>
          <p:nvPr/>
        </p:nvSpPr>
        <p:spPr>
          <a:xfrm>
            <a:off x="1114425" y="0"/>
            <a:ext cx="9963150" cy="68580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cap="flat" cmpd="sng" w="9525">
            <a:solidFill>
              <a:srgbClr val="EFEFEF"/>
            </a:solidFill>
            <a:prstDash val="solid"/>
            <a:miter lim="800000"/>
            <a:headEnd len="sm" w="sm" type="none"/>
            <a:tailEnd len="sm" w="sm" type="none"/>
          </a:ln>
          <a:effectLst>
            <a:outerShdw blurRad="139700" sx="102000" rotWithShape="0" algn="ctr" sy="102000">
              <a:srgbClr val="D8D8D8">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9" name="Google Shape;229;p3"/>
          <p:cNvSpPr/>
          <p:nvPr/>
        </p:nvSpPr>
        <p:spPr>
          <a:xfrm>
            <a:off x="1121664" y="0"/>
            <a:ext cx="9948672" cy="68580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0" name="Google Shape;230;p3"/>
          <p:cNvSpPr txBox="1"/>
          <p:nvPr>
            <p:ph type="title"/>
          </p:nvPr>
        </p:nvSpPr>
        <p:spPr>
          <a:xfrm>
            <a:off x="1524003" y="1999615"/>
            <a:ext cx="9144000" cy="27640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7200"/>
              <a:buFont typeface="Calibri"/>
              <a:buNone/>
            </a:pPr>
            <a:r>
              <a:rPr lang="en-US" sz="7200">
                <a:solidFill>
                  <a:schemeClr val="dk1"/>
                </a:solidFill>
                <a:latin typeface="Calibri"/>
                <a:ea typeface="Calibri"/>
                <a:cs typeface="Calibri"/>
                <a:sym typeface="Calibri"/>
              </a:rPr>
              <a:t>1. Nạp chồng toán tử</a:t>
            </a:r>
            <a:endParaRPr/>
          </a:p>
        </p:txBody>
      </p:sp>
      <p:sp>
        <p:nvSpPr>
          <p:cNvPr id="231" name="Google Shape;231;p3"/>
          <p:cNvSpPr txBox="1"/>
          <p:nvPr>
            <p:ph idx="1" type="body"/>
          </p:nvPr>
        </p:nvSpPr>
        <p:spPr>
          <a:xfrm>
            <a:off x="1966912" y="5645150"/>
            <a:ext cx="8258176" cy="6318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888888"/>
              </a:buClr>
              <a:buSzPts val="2800"/>
              <a:buNone/>
            </a:pPr>
            <a:r>
              <a:t/>
            </a:r>
            <a:endParaRPr sz="2800">
              <a:solidFill>
                <a:schemeClr val="dk1"/>
              </a:solidFill>
              <a:latin typeface="Calibri"/>
              <a:ea typeface="Calibri"/>
              <a:cs typeface="Calibri"/>
              <a:sym typeface="Calibri"/>
            </a:endParaRPr>
          </a:p>
        </p:txBody>
      </p:sp>
      <p:sp>
        <p:nvSpPr>
          <p:cNvPr id="232" name="Google Shape;232;p3"/>
          <p:cNvSpPr/>
          <p:nvPr/>
        </p:nvSpPr>
        <p:spPr>
          <a:xfrm>
            <a:off x="3718560" y="5524786"/>
            <a:ext cx="4754880" cy="27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3" name="Google Shape;233;p3"/>
          <p:cNvSpPr txBox="1"/>
          <p:nvPr>
            <p:ph idx="12" type="sldNum"/>
          </p:nvPr>
        </p:nvSpPr>
        <p:spPr>
          <a:xfrm>
            <a:off x="10489019" y="6356350"/>
            <a:ext cx="1268818"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rgbClr val="7F7F7F"/>
                </a:solidFill>
              </a:rPr>
              <a:t>‹#›</a:t>
            </a:fld>
            <a:endParaRPr b="0">
              <a:solidFill>
                <a:srgbClr val="7F7F7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7" name="Shape 237"/>
        <p:cNvGrpSpPr/>
        <p:nvPr/>
      </p:nvGrpSpPr>
      <p:grpSpPr>
        <a:xfrm>
          <a:off x="0" y="0"/>
          <a:ext cx="0" cy="0"/>
          <a:chOff x="0" y="0"/>
          <a:chExt cx="0" cy="0"/>
        </a:xfrm>
      </p:grpSpPr>
      <p:sp>
        <p:nvSpPr>
          <p:cNvPr id="238" name="Google Shape;238;p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9" name="Google Shape;23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Giới thiệu nạp chồng toán tử</a:t>
            </a:r>
            <a:endParaRPr/>
          </a:p>
        </p:txBody>
      </p:sp>
      <p:sp>
        <p:nvSpPr>
          <p:cNvPr id="240" name="Google Shape;240;p4"/>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1" name="Google Shape;241;p4"/>
          <p:cNvSpPr txBox="1"/>
          <p:nvPr>
            <p:ph idx="1" type="body"/>
          </p:nvPr>
        </p:nvSpPr>
        <p:spPr>
          <a:xfrm>
            <a:off x="838200" y="1929383"/>
            <a:ext cx="10515600" cy="4563491"/>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US"/>
              <a:t>Những toán tử như </a:t>
            </a:r>
            <a:r>
              <a:rPr b="1" i="1" lang="en-US"/>
              <a:t>+,-, %, ==</a:t>
            </a:r>
            <a:r>
              <a:rPr lang="en-US"/>
              <a:t> thực ra là những hàm!</a:t>
            </a:r>
            <a:endParaRPr/>
          </a:p>
          <a:p>
            <a:pPr indent="-228600" lvl="0" marL="228600" rtl="0" algn="just">
              <a:lnSpc>
                <a:spcPct val="90000"/>
              </a:lnSpc>
              <a:spcBef>
                <a:spcPts val="1000"/>
              </a:spcBef>
              <a:spcAft>
                <a:spcPts val="0"/>
              </a:spcAft>
              <a:buClr>
                <a:schemeClr val="dk1"/>
              </a:buClr>
              <a:buSzPts val="2800"/>
              <a:buChar char="•"/>
            </a:pPr>
            <a:r>
              <a:rPr lang="en-US"/>
              <a:t>Các hàm đặc biệt này được gọi với cú pháp khác so với cách gọi hàm thông thường</a:t>
            </a:r>
            <a:endParaRPr/>
          </a:p>
          <a:p>
            <a:pPr indent="-228600" lvl="1" marL="685800" rtl="0" algn="just">
              <a:lnSpc>
                <a:spcPct val="90000"/>
              </a:lnSpc>
              <a:spcBef>
                <a:spcPts val="500"/>
              </a:spcBef>
              <a:spcAft>
                <a:spcPts val="0"/>
              </a:spcAft>
              <a:buClr>
                <a:schemeClr val="dk1"/>
              </a:buClr>
              <a:buSzPts val="2800"/>
              <a:buChar char="•"/>
            </a:pPr>
            <a:r>
              <a:rPr lang="en-US" sz="2800"/>
              <a:t>Gọi hàm thông thường:  </a:t>
            </a:r>
            <a:r>
              <a:rPr i="1" lang="en-US" sz="2800"/>
              <a:t>Tên_Hàm (Danh_Sách_Đối_Số)</a:t>
            </a:r>
            <a:endParaRPr/>
          </a:p>
          <a:p>
            <a:pPr indent="-228600" lvl="1" marL="685800" rtl="0" algn="just">
              <a:lnSpc>
                <a:spcPct val="90000"/>
              </a:lnSpc>
              <a:spcBef>
                <a:spcPts val="500"/>
              </a:spcBef>
              <a:spcAft>
                <a:spcPts val="0"/>
              </a:spcAft>
              <a:buClr>
                <a:schemeClr val="dk1"/>
              </a:buClr>
              <a:buSzPts val="2800"/>
              <a:buChar char="•"/>
            </a:pPr>
            <a:r>
              <a:rPr lang="en-US" sz="2800"/>
              <a:t>Với toán tử: ví dụ, x + 7, “+” là một toán tử 2 ngôi (binary operator) với x, 7 là 2 toán hạng</a:t>
            </a:r>
            <a:endParaRPr/>
          </a:p>
          <a:p>
            <a:pPr indent="-228600" lvl="0" marL="228600" rtl="0" algn="just">
              <a:lnSpc>
                <a:spcPct val="90000"/>
              </a:lnSpc>
              <a:spcBef>
                <a:spcPts val="1000"/>
              </a:spcBef>
              <a:spcAft>
                <a:spcPts val="0"/>
              </a:spcAft>
              <a:buClr>
                <a:schemeClr val="dk1"/>
              </a:buClr>
              <a:buSzPts val="2800"/>
              <a:buChar char="•"/>
            </a:pPr>
            <a:r>
              <a:rPr lang="en-US"/>
              <a:t>Thử viết theo cách gọi hàm thông thường: </a:t>
            </a:r>
            <a:r>
              <a:rPr i="1" lang="en-US"/>
              <a:t>+(x,7)</a:t>
            </a:r>
            <a:endParaRPr/>
          </a:p>
          <a:p>
            <a:pPr indent="-228600" lvl="1" marL="685800" rtl="0" algn="just">
              <a:lnSpc>
                <a:spcPct val="90000"/>
              </a:lnSpc>
              <a:spcBef>
                <a:spcPts val="500"/>
              </a:spcBef>
              <a:spcAft>
                <a:spcPts val="0"/>
              </a:spcAft>
              <a:buClr>
                <a:schemeClr val="dk1"/>
              </a:buClr>
              <a:buSzPts val="2800"/>
              <a:buChar char="•"/>
            </a:pPr>
            <a:r>
              <a:rPr lang="en-US" sz="2800"/>
              <a:t>“+” là tên hàm</a:t>
            </a:r>
            <a:endParaRPr/>
          </a:p>
          <a:p>
            <a:pPr indent="-228600" lvl="1" marL="685800" rtl="0" algn="just">
              <a:lnSpc>
                <a:spcPct val="90000"/>
              </a:lnSpc>
              <a:spcBef>
                <a:spcPts val="500"/>
              </a:spcBef>
              <a:spcAft>
                <a:spcPts val="0"/>
              </a:spcAft>
              <a:buClr>
                <a:schemeClr val="dk1"/>
              </a:buClr>
              <a:buSzPts val="2800"/>
              <a:buChar char="•"/>
            </a:pPr>
            <a:r>
              <a:rPr lang="en-US" sz="2800"/>
              <a:t>x, 7 là tham số của hàm</a:t>
            </a:r>
            <a:endParaRPr/>
          </a:p>
          <a:p>
            <a:pPr indent="-228600" lvl="1" marL="685800" rtl="0" algn="just">
              <a:lnSpc>
                <a:spcPct val="90000"/>
              </a:lnSpc>
              <a:spcBef>
                <a:spcPts val="500"/>
              </a:spcBef>
              <a:spcAft>
                <a:spcPts val="0"/>
              </a:spcAft>
              <a:buClr>
                <a:schemeClr val="dk1"/>
              </a:buClr>
              <a:buSzPts val="2800"/>
              <a:buChar char="•"/>
            </a:pPr>
            <a:r>
              <a:rPr lang="en-US" sz="2800"/>
              <a:t>Hàm “+” trả lại giá trị là tổng của 2 đối số</a:t>
            </a:r>
            <a:endParaRPr/>
          </a:p>
        </p:txBody>
      </p:sp>
      <p:sp>
        <p:nvSpPr>
          <p:cNvPr id="242" name="Google Shape;24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7" name="Shape 247"/>
        <p:cNvGrpSpPr/>
        <p:nvPr/>
      </p:nvGrpSpPr>
      <p:grpSpPr>
        <a:xfrm>
          <a:off x="0" y="0"/>
          <a:ext cx="0" cy="0"/>
          <a:chOff x="0" y="0"/>
          <a:chExt cx="0" cy="0"/>
        </a:xfrm>
      </p:grpSpPr>
      <p:sp>
        <p:nvSpPr>
          <p:cNvPr id="248" name="Google Shape;248;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9" name="Google Shape;24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Tại sao dùng nạp chồng toán tử?</a:t>
            </a:r>
            <a:endParaRPr/>
          </a:p>
        </p:txBody>
      </p:sp>
      <p:sp>
        <p:nvSpPr>
          <p:cNvPr id="250" name="Google Shape;250;p5"/>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1" name="Google Shape;251;p5"/>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Những toán tử được xây dựng sẵn</a:t>
            </a:r>
            <a:endParaRPr/>
          </a:p>
          <a:p>
            <a:pPr indent="-228600" lvl="1" marL="685800" rtl="0" algn="just">
              <a:lnSpc>
                <a:spcPct val="90000"/>
              </a:lnSpc>
              <a:spcBef>
                <a:spcPts val="500"/>
              </a:spcBef>
              <a:spcAft>
                <a:spcPts val="0"/>
              </a:spcAft>
              <a:buClr>
                <a:schemeClr val="dk1"/>
              </a:buClr>
              <a:buSzPts val="2800"/>
              <a:buChar char="•"/>
            </a:pPr>
            <a:r>
              <a:rPr lang="en-US" sz="2800"/>
              <a:t>Ví dụ: </a:t>
            </a:r>
            <a:r>
              <a:rPr i="1" lang="en-US" sz="2800"/>
              <a:t>+, -, = , %, ==,  /, *</a:t>
            </a:r>
            <a:endParaRPr/>
          </a:p>
          <a:p>
            <a:pPr indent="-228600" lvl="1" marL="685800" rtl="0" algn="just">
              <a:lnSpc>
                <a:spcPct val="90000"/>
              </a:lnSpc>
              <a:spcBef>
                <a:spcPts val="500"/>
              </a:spcBef>
              <a:spcAft>
                <a:spcPts val="0"/>
              </a:spcAft>
              <a:buClr>
                <a:schemeClr val="dk1"/>
              </a:buClr>
              <a:buSzPts val="2800"/>
              <a:buChar char="•"/>
            </a:pPr>
            <a:r>
              <a:rPr lang="en-US" sz="2800"/>
              <a:t>Đã thao tác được với các kiểu dựng sẵn của C++</a:t>
            </a:r>
            <a:endParaRPr/>
          </a:p>
          <a:p>
            <a:pPr indent="-228600" lvl="0" marL="228600" rtl="0" algn="just">
              <a:lnSpc>
                <a:spcPct val="90000"/>
              </a:lnSpc>
              <a:spcBef>
                <a:spcPts val="1000"/>
              </a:spcBef>
              <a:spcAft>
                <a:spcPts val="0"/>
              </a:spcAft>
              <a:buClr>
                <a:schemeClr val="dk1"/>
              </a:buClr>
              <a:buSzPts val="2800"/>
              <a:buChar char="•"/>
            </a:pPr>
            <a:r>
              <a:rPr lang="en-US"/>
              <a:t>Nhưng nếu chúng ta muốn thực hiện phép + với 2 đối tượng của lớp PhanSo ?, giống như: </a:t>
            </a:r>
            <a:r>
              <a:rPr i="1" lang="en-US" sz="2800"/>
              <a:t>ps1 + ps2;</a:t>
            </a:r>
            <a:endParaRPr b="1" i="1" sz="2800"/>
          </a:p>
          <a:p>
            <a:pPr indent="-228600" lvl="0" marL="228600" rtl="0" algn="just">
              <a:lnSpc>
                <a:spcPct val="90000"/>
              </a:lnSpc>
              <a:spcBef>
                <a:spcPts val="1000"/>
              </a:spcBef>
              <a:spcAft>
                <a:spcPts val="0"/>
              </a:spcAft>
              <a:buClr>
                <a:schemeClr val="dk1"/>
              </a:buClr>
              <a:buSzPts val="2800"/>
              <a:buChar char="•"/>
            </a:pPr>
            <a:r>
              <a:rPr b="1" lang="en-US"/>
              <a:t>Chúng ta có thể nạp chồng những toán tử này!</a:t>
            </a:r>
            <a:endParaRPr/>
          </a:p>
        </p:txBody>
      </p:sp>
      <p:sp>
        <p:nvSpPr>
          <p:cNvPr id="252" name="Google Shape;25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20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20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2000"/>
                                        <p:tgtEl>
                                          <p:spTgt spid="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3" st="3"/>
                                            </p:txEl>
                                          </p:spTgt>
                                        </p:tgtEl>
                                        <p:attrNameLst>
                                          <p:attrName>style.visibility</p:attrName>
                                        </p:attrNameLst>
                                      </p:cBhvr>
                                      <p:to>
                                        <p:strVal val="visible"/>
                                      </p:to>
                                    </p:set>
                                    <p:animEffect filter="fade" transition="in">
                                      <p:cBhvr>
                                        <p:cTn dur="2000"/>
                                        <p:tgtEl>
                                          <p:spTgt spid="2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4" st="4"/>
                                            </p:txEl>
                                          </p:spTgt>
                                        </p:tgtEl>
                                        <p:attrNameLst>
                                          <p:attrName>style.visibility</p:attrName>
                                        </p:attrNameLst>
                                      </p:cBhvr>
                                      <p:to>
                                        <p:strVal val="visible"/>
                                      </p:to>
                                    </p:set>
                                    <p:animEffect filter="fade" transition="in">
                                      <p:cBhvr>
                                        <p:cTn dur="2000"/>
                                        <p:tgtEl>
                                          <p:spTgt spid="25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762000" lvl="0" marL="762000" rtl="0" algn="l">
              <a:lnSpc>
                <a:spcPct val="90000"/>
              </a:lnSpc>
              <a:spcBef>
                <a:spcPts val="0"/>
              </a:spcBef>
              <a:spcAft>
                <a:spcPts val="0"/>
              </a:spcAft>
              <a:buClr>
                <a:schemeClr val="dk1"/>
              </a:buClr>
              <a:buSzPts val="4400"/>
              <a:buFont typeface="Calibri"/>
              <a:buNone/>
            </a:pPr>
            <a:r>
              <a:rPr lang="en-US"/>
              <a:t>Định nghĩa</a:t>
            </a:r>
            <a:endParaRPr/>
          </a:p>
        </p:txBody>
      </p:sp>
      <p:sp>
        <p:nvSpPr>
          <p:cNvPr id="258" name="Google Shape;258;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79400" lvl="0" marL="279400" rtl="0" algn="just">
              <a:lnSpc>
                <a:spcPct val="90000"/>
              </a:lnSpc>
              <a:spcBef>
                <a:spcPts val="0"/>
              </a:spcBef>
              <a:spcAft>
                <a:spcPts val="0"/>
              </a:spcAft>
              <a:buClr>
                <a:schemeClr val="dk1"/>
              </a:buClr>
              <a:buSzPts val="2380"/>
              <a:buFont typeface="Noto Sans Symbols"/>
              <a:buChar char="▪"/>
            </a:pPr>
            <a:r>
              <a:rPr lang="en-US"/>
              <a:t>Nạp chồng toán tử là khả năng định nghĩa các phương thức của lớp dưới dạng các toán tử</a:t>
            </a:r>
            <a:endParaRPr/>
          </a:p>
          <a:p>
            <a:pPr indent="-279400" lvl="0" marL="279400" rtl="0" algn="just">
              <a:lnSpc>
                <a:spcPct val="90000"/>
              </a:lnSpc>
              <a:spcBef>
                <a:spcPts val="1000"/>
              </a:spcBef>
              <a:spcAft>
                <a:spcPts val="0"/>
              </a:spcAft>
              <a:buClr>
                <a:schemeClr val="dk1"/>
              </a:buClr>
              <a:buSzPts val="2380"/>
              <a:buFont typeface="Noto Sans Symbols"/>
              <a:buChar char="▪"/>
            </a:pPr>
            <a:r>
              <a:rPr lang="en-US"/>
              <a:t>Các toán tử </a:t>
            </a:r>
            <a:r>
              <a:rPr b="1" lang="en-US"/>
              <a:t>cùng tên</a:t>
            </a:r>
            <a:r>
              <a:rPr lang="en-US"/>
              <a:t> thực hiện được nhiều chức năng khác nhau được gọi là </a:t>
            </a:r>
            <a:r>
              <a:rPr b="1" lang="en-US"/>
              <a:t>nạp chồng (overload) toán tử </a:t>
            </a:r>
            <a:endParaRPr/>
          </a:p>
          <a:p>
            <a:pPr indent="-279400" lvl="0" marL="279400" rtl="0" algn="just">
              <a:lnSpc>
                <a:spcPct val="90000"/>
              </a:lnSpc>
              <a:spcBef>
                <a:spcPts val="1000"/>
              </a:spcBef>
              <a:spcAft>
                <a:spcPts val="0"/>
              </a:spcAft>
              <a:buClr>
                <a:schemeClr val="dk1"/>
              </a:buClr>
              <a:buSzPts val="2380"/>
              <a:buFont typeface="Noto Sans Symbols"/>
              <a:buChar char="▪"/>
            </a:pPr>
            <a:r>
              <a:rPr lang="en-US"/>
              <a:t>Ví dụ:</a:t>
            </a:r>
            <a:endParaRPr/>
          </a:p>
          <a:p>
            <a:pPr indent="-609600" lvl="1" marL="1354138" rtl="0" algn="just">
              <a:lnSpc>
                <a:spcPct val="90000"/>
              </a:lnSpc>
              <a:spcBef>
                <a:spcPts val="500"/>
              </a:spcBef>
              <a:spcAft>
                <a:spcPts val="0"/>
              </a:spcAft>
              <a:buClr>
                <a:schemeClr val="dk1"/>
              </a:buClr>
              <a:buSzPts val="3200"/>
              <a:buNone/>
            </a:pPr>
            <a:r>
              <a:rPr b="1" lang="en-US" sz="3200"/>
              <a:t>PS  operator - ( );</a:t>
            </a:r>
            <a:endParaRPr/>
          </a:p>
          <a:p>
            <a:pPr indent="-609600" lvl="1" marL="1354138" rtl="0" algn="just">
              <a:lnSpc>
                <a:spcPct val="90000"/>
              </a:lnSpc>
              <a:spcBef>
                <a:spcPts val="500"/>
              </a:spcBef>
              <a:spcAft>
                <a:spcPts val="0"/>
              </a:spcAft>
              <a:buClr>
                <a:schemeClr val="dk1"/>
              </a:buClr>
              <a:buSzPts val="3200"/>
              <a:buNone/>
            </a:pPr>
            <a:r>
              <a:rPr b="1" lang="en-US" sz="3200"/>
              <a:t>friend PS operator - ( PS x , PS  y );</a:t>
            </a:r>
            <a:endParaRPr/>
          </a:p>
        </p:txBody>
      </p:sp>
      <p:sp>
        <p:nvSpPr>
          <p:cNvPr id="259" name="Google Shape;25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b="0" i="0" lang="en-US" sz="1200" u="none" cap="none" strike="noStrike">
                <a:solidFill>
                  <a:srgbClr val="300030"/>
                </a:solidFill>
                <a:latin typeface="Arial"/>
                <a:ea typeface="Arial"/>
                <a:cs typeface="Arial"/>
                <a:sym typeface="Arial"/>
              </a:rPr>
              <a:t>‹#›</a:t>
            </a:fld>
            <a:endParaRPr b="0" i="0" sz="1400" u="none" cap="none" strike="noStrike">
              <a:solidFill>
                <a:srgbClr val="30003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animEffect filter="fade" transition="in">
                                      <p:cBhvr>
                                        <p:cTn dur="500"/>
                                        <p:tgtEl>
                                          <p:spTgt spid="2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 st="1"/>
                                            </p:txEl>
                                          </p:spTgt>
                                        </p:tgtEl>
                                        <p:attrNameLst>
                                          <p:attrName>style.visibility</p:attrName>
                                        </p:attrNameLst>
                                      </p:cBhvr>
                                      <p:to>
                                        <p:strVal val="visible"/>
                                      </p:to>
                                    </p:set>
                                    <p:animEffect filter="fade" transition="in">
                                      <p:cBhvr>
                                        <p:cTn dur="500"/>
                                        <p:tgtEl>
                                          <p:spTgt spid="2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2" st="2"/>
                                            </p:txEl>
                                          </p:spTgt>
                                        </p:tgtEl>
                                        <p:attrNameLst>
                                          <p:attrName>style.visibility</p:attrName>
                                        </p:attrNameLst>
                                      </p:cBhvr>
                                      <p:to>
                                        <p:strVal val="visible"/>
                                      </p:to>
                                    </p:set>
                                    <p:animEffect filter="fade" transition="in">
                                      <p:cBhvr>
                                        <p:cTn dur="500"/>
                                        <p:tgtEl>
                                          <p:spTgt spid="2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3" st="3"/>
                                            </p:txEl>
                                          </p:spTgt>
                                        </p:tgtEl>
                                        <p:attrNameLst>
                                          <p:attrName>style.visibility</p:attrName>
                                        </p:attrNameLst>
                                      </p:cBhvr>
                                      <p:to>
                                        <p:strVal val="visible"/>
                                      </p:to>
                                    </p:set>
                                    <p:animEffect filter="fade" transition="in">
                                      <p:cBhvr>
                                        <p:cTn dur="500"/>
                                        <p:tgtEl>
                                          <p:spTgt spid="2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4" st="4"/>
                                            </p:txEl>
                                          </p:spTgt>
                                        </p:tgtEl>
                                        <p:attrNameLst>
                                          <p:attrName>style.visibility</p:attrName>
                                        </p:attrNameLst>
                                      </p:cBhvr>
                                      <p:to>
                                        <p:strVal val="visible"/>
                                      </p:to>
                                    </p:set>
                                    <p:animEffect filter="fade" transition="in">
                                      <p:cBhvr>
                                        <p:cTn dur="500"/>
                                        <p:tgtEl>
                                          <p:spTgt spid="25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762000" lvl="0" marL="762000" rtl="0" algn="l">
              <a:lnSpc>
                <a:spcPct val="90000"/>
              </a:lnSpc>
              <a:spcBef>
                <a:spcPts val="0"/>
              </a:spcBef>
              <a:spcAft>
                <a:spcPts val="0"/>
              </a:spcAft>
              <a:buClr>
                <a:schemeClr val="dk1"/>
              </a:buClr>
              <a:buSzPts val="4800"/>
              <a:buFont typeface="Calibri"/>
              <a:buNone/>
            </a:pPr>
            <a:r>
              <a:rPr lang="en-US" sz="4800"/>
              <a:t>Khai báo nạp chồng toán tử</a:t>
            </a:r>
            <a:endParaRPr/>
          </a:p>
        </p:txBody>
      </p:sp>
      <p:sp>
        <p:nvSpPr>
          <p:cNvPr id="265" name="Google Shape;26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b="0" i="0" lang="en-US" sz="1200" u="none" cap="none" strike="noStrike">
                <a:solidFill>
                  <a:srgbClr val="300030"/>
                </a:solidFill>
                <a:latin typeface="Arial"/>
                <a:ea typeface="Arial"/>
                <a:cs typeface="Arial"/>
                <a:sym typeface="Arial"/>
              </a:rPr>
              <a:t>‹#›</a:t>
            </a:fld>
            <a:endParaRPr b="0" i="0" sz="1400" u="none" cap="none" strike="noStrike">
              <a:solidFill>
                <a:srgbClr val="300030"/>
              </a:solidFill>
              <a:latin typeface="Arial"/>
              <a:ea typeface="Arial"/>
              <a:cs typeface="Arial"/>
              <a:sym typeface="Arial"/>
            </a:endParaRPr>
          </a:p>
        </p:txBody>
      </p:sp>
      <p:sp>
        <p:nvSpPr>
          <p:cNvPr id="266" name="Google Shape;266;p7"/>
          <p:cNvSpPr txBox="1"/>
          <p:nvPr/>
        </p:nvSpPr>
        <p:spPr>
          <a:xfrm>
            <a:off x="1005016" y="5556303"/>
            <a:ext cx="10009561" cy="461665"/>
          </a:xfrm>
          <a:prstGeom prst="rect">
            <a:avLst/>
          </a:prstGeom>
          <a:noFill/>
          <a:ln>
            <a:noFill/>
          </a:ln>
        </p:spPr>
        <p:txBody>
          <a:bodyPr anchorCtr="0" anchor="t" bIns="45700" lIns="91425" spcFirstLastPara="1" rIns="91425" wrap="square" tIns="45700">
            <a:spAutoFit/>
          </a:bodyPr>
          <a:lstStyle/>
          <a:p>
            <a:pPr indent="-152400" lvl="0" marL="0" marR="0" rtl="0" algn="l">
              <a:spcBef>
                <a:spcPts val="0"/>
              </a:spcBef>
              <a:spcAft>
                <a:spcPts val="0"/>
              </a:spcAft>
              <a:buClr>
                <a:srgbClr val="C00000"/>
              </a:buClr>
              <a:buSzPts val="2400"/>
              <a:buFont typeface="Arial"/>
              <a:buChar char="●"/>
            </a:pPr>
            <a:r>
              <a:rPr b="0" i="0" lang="en-US" sz="2400" u="none" cap="none" strike="noStrike">
                <a:solidFill>
                  <a:srgbClr val="C00000"/>
                </a:solidFill>
                <a:latin typeface="Calibri"/>
                <a:ea typeface="Calibri"/>
                <a:cs typeface="Calibri"/>
                <a:sym typeface="Calibri"/>
              </a:rPr>
              <a:t>Nạp chồng toán tử được định nghĩa trong vị trí public của phần khai báo lớp.</a:t>
            </a:r>
            <a:endParaRPr b="0" i="0" sz="2800" u="none" cap="none" strike="noStrike">
              <a:solidFill>
                <a:srgbClr val="C00000"/>
              </a:solidFill>
              <a:latin typeface="Calibri"/>
              <a:ea typeface="Calibri"/>
              <a:cs typeface="Calibri"/>
              <a:sym typeface="Calibri"/>
            </a:endParaRPr>
          </a:p>
        </p:txBody>
      </p:sp>
      <p:grpSp>
        <p:nvGrpSpPr>
          <p:cNvPr id="267" name="Google Shape;267;p7"/>
          <p:cNvGrpSpPr/>
          <p:nvPr/>
        </p:nvGrpSpPr>
        <p:grpSpPr>
          <a:xfrm>
            <a:off x="838200" y="1908288"/>
            <a:ext cx="8915400" cy="2729880"/>
            <a:chOff x="0" y="480"/>
            <a:chExt cx="5772" cy="1772"/>
          </a:xfrm>
        </p:grpSpPr>
        <p:sp>
          <p:nvSpPr>
            <p:cNvPr id="268" name="Google Shape;268;p7"/>
            <p:cNvSpPr txBox="1"/>
            <p:nvPr/>
          </p:nvSpPr>
          <p:spPr>
            <a:xfrm>
              <a:off x="0" y="1201"/>
              <a:ext cx="5760" cy="10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 </a:t>
              </a:r>
              <a:r>
                <a:rPr b="0" i="0" lang="en-US" sz="2800" u="sng" cap="none" strike="noStrike">
                  <a:solidFill>
                    <a:schemeClr val="dk1"/>
                  </a:solidFill>
                  <a:latin typeface="Calibri"/>
                  <a:ea typeface="Calibri"/>
                  <a:cs typeface="Calibri"/>
                  <a:sym typeface="Calibri"/>
                </a:rPr>
                <a:t>trong đó:</a:t>
              </a:r>
              <a:endParaRPr/>
            </a:p>
            <a:p>
              <a:pPr indent="-177800" lvl="1" marL="457200" marR="0" rtl="0" algn="l">
                <a:spcBef>
                  <a:spcPts val="56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 return-type: kiểu trả lại kết quả của hàm toán tử</a:t>
              </a:r>
              <a:endParaRPr/>
            </a:p>
            <a:p>
              <a:pPr indent="-177800" lvl="1" marL="457200" marR="0" rtl="0" algn="l">
                <a:spcBef>
                  <a:spcPts val="56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 #: tên toán tử cần định nghĩa (+,-,*,/,…)</a:t>
              </a:r>
              <a:endParaRPr b="0" i="0" sz="1800" u="none" cap="none" strike="noStrike">
                <a:solidFill>
                  <a:schemeClr val="dk1"/>
                </a:solidFill>
                <a:latin typeface="Calibri"/>
                <a:ea typeface="Calibri"/>
                <a:cs typeface="Calibri"/>
                <a:sym typeface="Calibri"/>
              </a:endParaRPr>
            </a:p>
          </p:txBody>
        </p:sp>
        <p:sp>
          <p:nvSpPr>
            <p:cNvPr id="269" name="Google Shape;269;p7"/>
            <p:cNvSpPr txBox="1"/>
            <p:nvPr/>
          </p:nvSpPr>
          <p:spPr>
            <a:xfrm>
              <a:off x="108" y="480"/>
              <a:ext cx="5664" cy="3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Khai báo tổng quát:</a:t>
              </a:r>
              <a:endParaRPr/>
            </a:p>
          </p:txBody>
        </p:sp>
        <p:sp>
          <p:nvSpPr>
            <p:cNvPr id="270" name="Google Shape;270;p7"/>
            <p:cNvSpPr txBox="1"/>
            <p:nvPr/>
          </p:nvSpPr>
          <p:spPr>
            <a:xfrm>
              <a:off x="0" y="816"/>
              <a:ext cx="5664" cy="4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a:t>
              </a:r>
              <a:r>
                <a:rPr b="0" i="0" lang="en-US" sz="3600" u="none" cap="none" strike="noStrike">
                  <a:solidFill>
                    <a:schemeClr val="dk1"/>
                  </a:solidFill>
                  <a:latin typeface="Calibri"/>
                  <a:ea typeface="Calibri"/>
                  <a:cs typeface="Calibri"/>
                  <a:sym typeface="Calibri"/>
                </a:rPr>
                <a:t>&lt;return - type&gt;   operator # ( d/s đối số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67"/>
                                        </p:tgtEl>
                                        <p:attrNameLst>
                                          <p:attrName>style.visibility</p:attrName>
                                        </p:attrNameLst>
                                      </p:cBhvr>
                                      <p:to>
                                        <p:strVal val="visible"/>
                                      </p:to>
                                    </p:set>
                                    <p:anim calcmode="lin" valueType="num">
                                      <p:cBhvr additive="base">
                                        <p:cTn dur="500"/>
                                        <p:tgtEl>
                                          <p:spTgt spid="26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6"/>
                                        </p:tgtEl>
                                        <p:attrNameLst>
                                          <p:attrName>style.visibility</p:attrName>
                                        </p:attrNameLst>
                                      </p:cBhvr>
                                      <p:to>
                                        <p:strVal val="visible"/>
                                      </p:to>
                                    </p:set>
                                    <p:anim calcmode="lin" valueType="num">
                                      <p:cBhvr additive="base">
                                        <p:cTn dur="500"/>
                                        <p:tgtEl>
                                          <p:spTgt spid="266"/>
                                        </p:tgtEl>
                                        <p:attrNameLst>
                                          <p:attrName>ppt_w</p:attrName>
                                        </p:attrNameLst>
                                      </p:cBhvr>
                                      <p:tavLst>
                                        <p:tav fmla="" tm="0">
                                          <p:val>
                                            <p:strVal val="0"/>
                                          </p:val>
                                        </p:tav>
                                        <p:tav fmla="" tm="100000">
                                          <p:val>
                                            <p:strVal val="#ppt_w"/>
                                          </p:val>
                                        </p:tav>
                                      </p:tavLst>
                                    </p:anim>
                                    <p:anim calcmode="lin" valueType="num">
                                      <p:cBhvr additive="base">
                                        <p:cTn dur="500"/>
                                        <p:tgtEl>
                                          <p:spTgt spid="26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b="0" i="0" lang="en-US" sz="1200" u="none" cap="none" strike="noStrike">
                <a:solidFill>
                  <a:srgbClr val="300030"/>
                </a:solidFill>
                <a:latin typeface="Arial"/>
                <a:ea typeface="Arial"/>
                <a:cs typeface="Arial"/>
                <a:sym typeface="Arial"/>
              </a:rPr>
              <a:t>‹#›</a:t>
            </a:fld>
            <a:endParaRPr b="0" i="0" sz="1400" u="none" cap="none" strike="noStrike">
              <a:solidFill>
                <a:srgbClr val="300030"/>
              </a:solidFill>
              <a:latin typeface="Arial"/>
              <a:ea typeface="Arial"/>
              <a:cs typeface="Arial"/>
              <a:sym typeface="Arial"/>
            </a:endParaRPr>
          </a:p>
        </p:txBody>
      </p:sp>
      <p:sp>
        <p:nvSpPr>
          <p:cNvPr id="276" name="Google Shape;276;p8"/>
          <p:cNvSpPr txBox="1"/>
          <p:nvPr>
            <p:ph idx="4294967295" type="title"/>
          </p:nvPr>
        </p:nvSpPr>
        <p:spPr>
          <a:xfrm>
            <a:off x="2019300" y="304800"/>
            <a:ext cx="81534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Các toán tử có thể được nạp chồng</a:t>
            </a:r>
            <a:endParaRPr/>
          </a:p>
        </p:txBody>
      </p:sp>
      <p:pic>
        <p:nvPicPr>
          <p:cNvPr id="277" name="Google Shape;277;p8"/>
          <p:cNvPicPr preferRelativeResize="0"/>
          <p:nvPr>
            <p:ph idx="4294967295" type="body"/>
          </p:nvPr>
        </p:nvPicPr>
        <p:blipFill rotWithShape="1">
          <a:blip r:embed="rId3">
            <a:alphaModFix/>
          </a:blip>
          <a:srcRect b="0" l="0" r="0" t="0"/>
          <a:stretch/>
        </p:blipFill>
        <p:spPr>
          <a:xfrm>
            <a:off x="2470150" y="1630363"/>
            <a:ext cx="7556500" cy="2209800"/>
          </a:xfrm>
          <a:prstGeom prst="rect">
            <a:avLst/>
          </a:prstGeom>
          <a:noFill/>
          <a:ln>
            <a:noFill/>
          </a:ln>
        </p:spPr>
      </p:pic>
      <p:pic>
        <p:nvPicPr>
          <p:cNvPr id="278" name="Google Shape;278;p8"/>
          <p:cNvPicPr preferRelativeResize="0"/>
          <p:nvPr/>
        </p:nvPicPr>
        <p:blipFill rotWithShape="1">
          <a:blip r:embed="rId4">
            <a:alphaModFix/>
          </a:blip>
          <a:srcRect b="0" l="0" r="0" t="0"/>
          <a:stretch/>
        </p:blipFill>
        <p:spPr>
          <a:xfrm>
            <a:off x="3314700" y="5554662"/>
            <a:ext cx="5562600" cy="922338"/>
          </a:xfrm>
          <a:prstGeom prst="rect">
            <a:avLst/>
          </a:prstGeom>
          <a:noFill/>
          <a:ln>
            <a:noFill/>
          </a:ln>
        </p:spPr>
      </p:pic>
      <p:sp>
        <p:nvSpPr>
          <p:cNvPr id="279" name="Google Shape;279;p8"/>
          <p:cNvSpPr txBox="1"/>
          <p:nvPr/>
        </p:nvSpPr>
        <p:spPr>
          <a:xfrm>
            <a:off x="2019300" y="4708625"/>
            <a:ext cx="880110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4000"/>
              <a:buFont typeface="Arial"/>
              <a:buNone/>
            </a:pPr>
            <a:r>
              <a:rPr b="0" i="0" lang="en-US" sz="4000" u="none" cap="none" strike="noStrike">
                <a:solidFill>
                  <a:schemeClr val="dk1"/>
                </a:solidFill>
                <a:latin typeface="Calibri"/>
                <a:ea typeface="Calibri"/>
                <a:cs typeface="Calibri"/>
                <a:sym typeface="Calibri"/>
              </a:rPr>
              <a:t>Các toán tử không được nạp chồng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3" name="Shape 283"/>
        <p:cNvGrpSpPr/>
        <p:nvPr/>
      </p:nvGrpSpPr>
      <p:grpSpPr>
        <a:xfrm>
          <a:off x="0" y="0"/>
          <a:ext cx="0" cy="0"/>
          <a:chOff x="0" y="0"/>
          <a:chExt cx="0" cy="0"/>
        </a:xfrm>
      </p:grpSpPr>
      <p:sp>
        <p:nvSpPr>
          <p:cNvPr id="284" name="Google Shape;284;p9"/>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5" name="Google Shape;285;p9"/>
          <p:cNvSpPr/>
          <p:nvPr/>
        </p:nvSpPr>
        <p:spPr>
          <a:xfrm>
            <a:off x="1" y="0"/>
            <a:ext cx="4167271" cy="68580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6" name="Google Shape;286;p9"/>
          <p:cNvSpPr txBox="1"/>
          <p:nvPr>
            <p:ph type="title"/>
          </p:nvPr>
        </p:nvSpPr>
        <p:spPr>
          <a:xfrm>
            <a:off x="686834" y="1153572"/>
            <a:ext cx="3200400" cy="44611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Bài tập</a:t>
            </a:r>
            <a:endParaRPr i="1">
              <a:solidFill>
                <a:srgbClr val="FFFFFF"/>
              </a:solidFill>
            </a:endParaRPr>
          </a:p>
        </p:txBody>
      </p:sp>
      <p:sp>
        <p:nvSpPr>
          <p:cNvPr id="287" name="Google Shape;287;p9"/>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p9"/>
          <p:cNvSpPr txBox="1"/>
          <p:nvPr>
            <p:ph idx="1" type="body"/>
          </p:nvPr>
        </p:nvSpPr>
        <p:spPr>
          <a:xfrm>
            <a:off x="4343400" y="591344"/>
            <a:ext cx="6553200" cy="5585619"/>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lang="en-US"/>
              <a:t>Viết chương trình xây dựng lớp Phân số. </a:t>
            </a:r>
            <a:endParaRPr/>
          </a:p>
          <a:p>
            <a:pPr indent="-228600" lvl="0" marL="228600" rtl="0" algn="just">
              <a:lnSpc>
                <a:spcPct val="90000"/>
              </a:lnSpc>
              <a:spcBef>
                <a:spcPts val="1400"/>
              </a:spcBef>
              <a:spcAft>
                <a:spcPts val="0"/>
              </a:spcAft>
              <a:buClr>
                <a:schemeClr val="dk1"/>
              </a:buClr>
              <a:buSzPts val="2800"/>
              <a:buNone/>
            </a:pPr>
            <a:r>
              <a:rPr lang="en-US"/>
              <a:t>Yêu cầu định nghĩa:</a:t>
            </a:r>
            <a:endParaRPr/>
          </a:p>
          <a:p>
            <a:pPr indent="-228600" lvl="1" marL="685800" rtl="0" algn="just">
              <a:lnSpc>
                <a:spcPct val="90000"/>
              </a:lnSpc>
              <a:spcBef>
                <a:spcPts val="1200"/>
              </a:spcBef>
              <a:spcAft>
                <a:spcPts val="0"/>
              </a:spcAft>
              <a:buClr>
                <a:schemeClr val="dk1"/>
              </a:buClr>
              <a:buSzPts val="2400"/>
              <a:buNone/>
            </a:pPr>
            <a:r>
              <a:rPr lang="en-US"/>
              <a:t>- Hàm tạo không tham số, hàm tạo có tham số</a:t>
            </a:r>
            <a:endParaRPr/>
          </a:p>
          <a:p>
            <a:pPr indent="-228600" lvl="1" marL="685800" rtl="0" algn="just">
              <a:lnSpc>
                <a:spcPct val="90000"/>
              </a:lnSpc>
              <a:spcBef>
                <a:spcPts val="1200"/>
              </a:spcBef>
              <a:spcAft>
                <a:spcPts val="0"/>
              </a:spcAft>
              <a:buClr>
                <a:schemeClr val="dk1"/>
              </a:buClr>
              <a:buSzPts val="2400"/>
              <a:buFont typeface="Calibri"/>
              <a:buChar char="-"/>
            </a:pPr>
            <a:r>
              <a:rPr lang="en-US"/>
              <a:t>Nhập và xuất phân số</a:t>
            </a:r>
            <a:endParaRPr/>
          </a:p>
          <a:p>
            <a:pPr indent="-228600" lvl="1" marL="685800" rtl="0" algn="just">
              <a:lnSpc>
                <a:spcPct val="90000"/>
              </a:lnSpc>
              <a:spcBef>
                <a:spcPts val="1200"/>
              </a:spcBef>
              <a:spcAft>
                <a:spcPts val="0"/>
              </a:spcAft>
              <a:buClr>
                <a:schemeClr val="dk1"/>
              </a:buClr>
              <a:buSzPts val="2400"/>
              <a:buFont typeface="Calibri"/>
              <a:buChar char="-"/>
            </a:pPr>
            <a:r>
              <a:rPr lang="en-US"/>
              <a:t>Tính tổng hai phân số</a:t>
            </a:r>
            <a:endParaRPr/>
          </a:p>
          <a:p>
            <a:pPr indent="-228600" lvl="1" marL="685800" rtl="0" algn="just">
              <a:lnSpc>
                <a:spcPct val="90000"/>
              </a:lnSpc>
              <a:spcBef>
                <a:spcPts val="1200"/>
              </a:spcBef>
              <a:spcAft>
                <a:spcPts val="0"/>
              </a:spcAft>
              <a:buClr>
                <a:schemeClr val="dk1"/>
              </a:buClr>
              <a:buSzPts val="2400"/>
              <a:buFont typeface="Calibri"/>
              <a:buChar char="-"/>
            </a:pPr>
            <a:r>
              <a:rPr lang="en-US"/>
              <a:t>Tính hiệu hai phân số (</a:t>
            </a:r>
            <a:r>
              <a:rPr i="1" lang="en-US"/>
              <a:t>friend</a:t>
            </a:r>
            <a:r>
              <a:rPr lang="en-US"/>
              <a:t>)</a:t>
            </a:r>
            <a:endParaRPr/>
          </a:p>
          <a:p>
            <a:pPr indent="-228600" lvl="1" marL="685800" rtl="0" algn="just">
              <a:lnSpc>
                <a:spcPct val="90000"/>
              </a:lnSpc>
              <a:spcBef>
                <a:spcPts val="1200"/>
              </a:spcBef>
              <a:spcAft>
                <a:spcPts val="0"/>
              </a:spcAft>
              <a:buClr>
                <a:schemeClr val="dk1"/>
              </a:buClr>
              <a:buSzPts val="2400"/>
              <a:buFont typeface="Calibri"/>
              <a:buChar char="-"/>
            </a:pPr>
            <a:r>
              <a:rPr lang="en-US"/>
              <a:t>Áp dụng nhập vào hai phân số và in ra kết quả</a:t>
            </a:r>
            <a:endParaRPr/>
          </a:p>
        </p:txBody>
      </p:sp>
      <p:sp>
        <p:nvSpPr>
          <p:cNvPr id="289" name="Google Shape;289;p9"/>
          <p:cNvSpPr txBox="1"/>
          <p:nvPr>
            <p:ph idx="12" type="sldNum"/>
          </p:nvPr>
        </p:nvSpPr>
        <p:spPr>
          <a:xfrm>
            <a:off x="9541564" y="6356350"/>
            <a:ext cx="1812235" cy="365125"/>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chemeClr val="dk1"/>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3" name="Shape 293"/>
        <p:cNvGrpSpPr/>
        <p:nvPr/>
      </p:nvGrpSpPr>
      <p:grpSpPr>
        <a:xfrm>
          <a:off x="0" y="0"/>
          <a:ext cx="0" cy="0"/>
          <a:chOff x="0" y="0"/>
          <a:chExt cx="0" cy="0"/>
        </a:xfrm>
      </p:grpSpPr>
      <p:sp>
        <p:nvSpPr>
          <p:cNvPr id="294" name="Google Shape;294;p10"/>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5" name="Google Shape;295;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Định nghĩa toán tử &gt;&gt; và &lt;&lt;</a:t>
            </a:r>
            <a:endParaRPr/>
          </a:p>
        </p:txBody>
      </p:sp>
      <p:sp>
        <p:nvSpPr>
          <p:cNvPr id="296" name="Google Shape;296;p10"/>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7" name="Google Shape;297;p10"/>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279400" lvl="0" marL="279400" rtl="0" algn="just">
              <a:lnSpc>
                <a:spcPct val="90000"/>
              </a:lnSpc>
              <a:spcBef>
                <a:spcPts val="0"/>
              </a:spcBef>
              <a:spcAft>
                <a:spcPts val="0"/>
              </a:spcAft>
              <a:buClr>
                <a:schemeClr val="dk1"/>
              </a:buClr>
              <a:buSzPts val="2800"/>
              <a:buChar char="•"/>
            </a:pPr>
            <a:r>
              <a:rPr lang="en-US"/>
              <a:t>Cho phép nạp chồng hai toán tử nhập (&gt;&gt;) và xuất(&lt;&lt;) cho các đối tượng của lớp bất kỳ</a:t>
            </a:r>
            <a:endParaRPr/>
          </a:p>
          <a:p>
            <a:pPr indent="-279400" lvl="0" marL="279400" rtl="0" algn="just">
              <a:lnSpc>
                <a:spcPct val="90000"/>
              </a:lnSpc>
              <a:spcBef>
                <a:spcPts val="1000"/>
              </a:spcBef>
              <a:spcAft>
                <a:spcPts val="0"/>
              </a:spcAft>
              <a:buClr>
                <a:schemeClr val="dk1"/>
              </a:buClr>
              <a:buSzPts val="2800"/>
              <a:buChar char="•"/>
            </a:pPr>
            <a:r>
              <a:rPr lang="en-US"/>
              <a:t>Định nghĩa hai toán tử dưới dạng hàm friend</a:t>
            </a:r>
            <a:endParaRPr/>
          </a:p>
          <a:p>
            <a:pPr indent="-279400" lvl="0" marL="279400" rtl="0" algn="just">
              <a:lnSpc>
                <a:spcPct val="90000"/>
              </a:lnSpc>
              <a:spcBef>
                <a:spcPts val="1000"/>
              </a:spcBef>
              <a:spcAft>
                <a:spcPts val="0"/>
              </a:spcAft>
              <a:buClr>
                <a:schemeClr val="dk1"/>
              </a:buClr>
              <a:buSzPts val="2800"/>
              <a:buChar char="•"/>
            </a:pPr>
            <a:r>
              <a:rPr lang="en-US"/>
              <a:t>Khi đó có thể sử dụng dòng </a:t>
            </a:r>
            <a:r>
              <a:rPr b="1" lang="en-US"/>
              <a:t>cin&gt;&gt;</a:t>
            </a:r>
            <a:r>
              <a:rPr lang="en-US"/>
              <a:t> và </a:t>
            </a:r>
            <a:r>
              <a:rPr b="1" lang="en-US"/>
              <a:t>cout&lt;&lt;</a:t>
            </a:r>
            <a:r>
              <a:rPr lang="en-US"/>
              <a:t> để nhập và xuất dữ liệu cho đối tượng lớp</a:t>
            </a:r>
            <a:endParaRPr/>
          </a:p>
        </p:txBody>
      </p:sp>
      <p:sp>
        <p:nvSpPr>
          <p:cNvPr id="298" name="Google Shape;298;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just">
              <a:lnSpc>
                <a:spcPct val="90000"/>
              </a:lnSpc>
              <a:spcBef>
                <a:spcPts val="0"/>
              </a:spcBef>
              <a:spcAft>
                <a:spcPts val="0"/>
              </a:spcAft>
              <a:buClr>
                <a:schemeClr val="dk1"/>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Định nghĩa toán tử &lt;&lt;</a:t>
            </a:r>
            <a:endParaRPr i="1"/>
          </a:p>
        </p:txBody>
      </p:sp>
      <p:sp>
        <p:nvSpPr>
          <p:cNvPr id="304" name="Google Shape;304;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177800" lvl="0" marL="55563" rtl="0" algn="l">
              <a:lnSpc>
                <a:spcPct val="90000"/>
              </a:lnSpc>
              <a:spcBef>
                <a:spcPts val="0"/>
              </a:spcBef>
              <a:spcAft>
                <a:spcPts val="0"/>
              </a:spcAft>
              <a:buClr>
                <a:schemeClr val="dk1"/>
              </a:buClr>
              <a:buSzPts val="2800"/>
              <a:buChar char="•"/>
            </a:pPr>
            <a:r>
              <a:rPr lang="en-US" sz="2800"/>
              <a:t> </a:t>
            </a:r>
            <a:r>
              <a:rPr lang="en-US" sz="2800" u="sng"/>
              <a:t>Khai báo</a:t>
            </a:r>
            <a:r>
              <a:rPr lang="en-US" sz="2800"/>
              <a:t>:</a:t>
            </a:r>
            <a:endParaRPr/>
          </a:p>
          <a:p>
            <a:pPr indent="-55563" lvl="0" marL="55563" rtl="0" algn="l">
              <a:lnSpc>
                <a:spcPct val="90000"/>
              </a:lnSpc>
              <a:spcBef>
                <a:spcPts val="1000"/>
              </a:spcBef>
              <a:spcAft>
                <a:spcPts val="0"/>
              </a:spcAft>
              <a:buClr>
                <a:schemeClr val="dk1"/>
              </a:buClr>
              <a:buSzPts val="2800"/>
              <a:buNone/>
            </a:pPr>
            <a:r>
              <a:rPr b="1" lang="en-US"/>
              <a:t>	     friend ostream &amp; operetor &lt;&lt;</a:t>
            </a:r>
            <a:r>
              <a:rPr lang="en-US"/>
              <a:t> </a:t>
            </a:r>
            <a:r>
              <a:rPr b="1" lang="en-US"/>
              <a:t>(ostream  &amp;out</a:t>
            </a:r>
            <a:r>
              <a:rPr lang="en-US"/>
              <a:t>, class-name  c);</a:t>
            </a:r>
            <a:endParaRPr/>
          </a:p>
          <a:p>
            <a:pPr indent="0" lvl="1" marL="169863" rtl="0" algn="l">
              <a:lnSpc>
                <a:spcPct val="90000"/>
              </a:lnSpc>
              <a:spcBef>
                <a:spcPts val="95"/>
              </a:spcBef>
              <a:spcAft>
                <a:spcPts val="0"/>
              </a:spcAft>
              <a:buClr>
                <a:schemeClr val="lt1"/>
              </a:buClr>
              <a:buSzPts val="1900"/>
              <a:buNone/>
            </a:pPr>
            <a:r>
              <a:t/>
            </a:r>
            <a:endParaRPr sz="1900"/>
          </a:p>
          <a:p>
            <a:pPr indent="-177800" lvl="0" marL="55563" rtl="0" algn="l">
              <a:lnSpc>
                <a:spcPct val="90000"/>
              </a:lnSpc>
              <a:spcBef>
                <a:spcPts val="1000"/>
              </a:spcBef>
              <a:spcAft>
                <a:spcPts val="0"/>
              </a:spcAft>
              <a:buClr>
                <a:schemeClr val="dk1"/>
              </a:buClr>
              <a:buSzPts val="2800"/>
              <a:buChar char="•"/>
            </a:pPr>
            <a:r>
              <a:rPr lang="en-US" sz="2800"/>
              <a:t> </a:t>
            </a:r>
            <a:r>
              <a:rPr lang="en-US" sz="2800" u="sng"/>
              <a:t>Định nghĩa</a:t>
            </a:r>
            <a:r>
              <a:rPr lang="en-US" sz="2800"/>
              <a:t>:</a:t>
            </a:r>
            <a:endParaRPr/>
          </a:p>
          <a:p>
            <a:pPr indent="0" lvl="1" marL="169863" rtl="0" algn="l">
              <a:lnSpc>
                <a:spcPct val="90000"/>
              </a:lnSpc>
              <a:spcBef>
                <a:spcPts val="120"/>
              </a:spcBef>
              <a:spcAft>
                <a:spcPts val="0"/>
              </a:spcAft>
              <a:buClr>
                <a:schemeClr val="lt1"/>
              </a:buClr>
              <a:buSzPts val="2400"/>
              <a:buNone/>
            </a:pPr>
            <a:r>
              <a:rPr b="1" lang="en-US"/>
              <a:t>ostream &amp; operetor &lt;&lt;</a:t>
            </a:r>
            <a:r>
              <a:rPr lang="en-US"/>
              <a:t> </a:t>
            </a:r>
            <a:r>
              <a:rPr b="1" lang="en-US"/>
              <a:t>(ostream &amp;</a:t>
            </a:r>
            <a:r>
              <a:rPr lang="en-US"/>
              <a:t>out, </a:t>
            </a:r>
            <a:r>
              <a:rPr i="1" lang="en-US"/>
              <a:t>class-name</a:t>
            </a:r>
            <a:r>
              <a:rPr lang="en-US"/>
              <a:t>  c)</a:t>
            </a:r>
            <a:endParaRPr/>
          </a:p>
          <a:p>
            <a:pPr indent="0" lvl="1" marL="169863" rtl="0" algn="l">
              <a:lnSpc>
                <a:spcPct val="90000"/>
              </a:lnSpc>
              <a:spcBef>
                <a:spcPts val="160"/>
              </a:spcBef>
              <a:spcAft>
                <a:spcPts val="0"/>
              </a:spcAft>
              <a:buClr>
                <a:schemeClr val="lt1"/>
              </a:buClr>
              <a:buSzPts val="3200"/>
              <a:buNone/>
            </a:pPr>
            <a:r>
              <a:rPr lang="en-US" sz="3200"/>
              <a:t>{</a:t>
            </a:r>
            <a:endParaRPr/>
          </a:p>
          <a:p>
            <a:pPr indent="0" lvl="1" marL="169863" rtl="0" algn="just">
              <a:lnSpc>
                <a:spcPct val="90000"/>
              </a:lnSpc>
              <a:spcBef>
                <a:spcPts val="160"/>
              </a:spcBef>
              <a:spcAft>
                <a:spcPts val="0"/>
              </a:spcAft>
              <a:buClr>
                <a:schemeClr val="lt1"/>
              </a:buClr>
              <a:buSzPts val="3200"/>
              <a:buNone/>
            </a:pPr>
            <a:r>
              <a:rPr lang="en-US" sz="3200"/>
              <a:t>    </a:t>
            </a:r>
            <a:r>
              <a:rPr lang="en-US" sz="2800"/>
              <a:t> 	</a:t>
            </a:r>
            <a:r>
              <a:rPr i="1" lang="en-US" sz="2800"/>
              <a:t>//Định nghĩa thao tác in các giá trị của “c”  ra màn hình.  </a:t>
            </a:r>
            <a:endParaRPr/>
          </a:p>
          <a:p>
            <a:pPr indent="0" lvl="1" marL="169863" rtl="0" algn="just">
              <a:lnSpc>
                <a:spcPct val="90000"/>
              </a:lnSpc>
              <a:spcBef>
                <a:spcPts val="140"/>
              </a:spcBef>
              <a:spcAft>
                <a:spcPts val="0"/>
              </a:spcAft>
              <a:buClr>
                <a:schemeClr val="lt1"/>
              </a:buClr>
              <a:buSzPts val="2800"/>
              <a:buNone/>
            </a:pPr>
            <a:r>
              <a:rPr i="1" lang="en-US" sz="2800"/>
              <a:t>     	//Lưu ý dùng dòng out&lt;&lt; để xuất thay vì dùng cout&lt;&lt;</a:t>
            </a:r>
            <a:endParaRPr i="1" sz="3200"/>
          </a:p>
          <a:p>
            <a:pPr indent="0" lvl="1" marL="169863" rtl="0" algn="l">
              <a:lnSpc>
                <a:spcPct val="90000"/>
              </a:lnSpc>
              <a:spcBef>
                <a:spcPts val="160"/>
              </a:spcBef>
              <a:spcAft>
                <a:spcPts val="0"/>
              </a:spcAft>
              <a:buClr>
                <a:schemeClr val="lt1"/>
              </a:buClr>
              <a:buSzPts val="3200"/>
              <a:buNone/>
            </a:pPr>
            <a:r>
              <a:rPr lang="en-US" sz="3200"/>
              <a:t>	return out;</a:t>
            </a:r>
            <a:endParaRPr/>
          </a:p>
          <a:p>
            <a:pPr indent="0" lvl="1" marL="169863" rtl="0" algn="l">
              <a:lnSpc>
                <a:spcPct val="90000"/>
              </a:lnSpc>
              <a:spcBef>
                <a:spcPts val="160"/>
              </a:spcBef>
              <a:spcAft>
                <a:spcPts val="0"/>
              </a:spcAft>
              <a:buClr>
                <a:schemeClr val="lt1"/>
              </a:buClr>
              <a:buSzPts val="3200"/>
              <a:buNone/>
            </a:pPr>
            <a:r>
              <a:rPr lang="en-US" sz="3200"/>
              <a:t>}</a:t>
            </a:r>
            <a:endParaRPr/>
          </a:p>
        </p:txBody>
      </p:sp>
      <p:sp>
        <p:nvSpPr>
          <p:cNvPr id="305" name="Google Shape;30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b="0" i="0" lang="en-US" sz="1200" u="none" cap="none" strike="noStrike">
                <a:solidFill>
                  <a:srgbClr val="300030"/>
                </a:solidFill>
                <a:latin typeface="Arial"/>
                <a:ea typeface="Arial"/>
                <a:cs typeface="Arial"/>
                <a:sym typeface="Arial"/>
              </a:rPr>
              <a:t>‹#›</a:t>
            </a:fld>
            <a:endParaRPr b="0" i="0" sz="1400" u="none" cap="none" strike="noStrike">
              <a:solidFill>
                <a:srgbClr val="30003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0" st="0"/>
                                            </p:txEl>
                                          </p:spTgt>
                                        </p:tgtEl>
                                        <p:attrNameLst>
                                          <p:attrName>style.visibility</p:attrName>
                                        </p:attrNameLst>
                                      </p:cBhvr>
                                      <p:to>
                                        <p:strVal val="visible"/>
                                      </p:to>
                                    </p:set>
                                    <p:animEffect filter="fade" transition="in">
                                      <p:cBhvr>
                                        <p:cTn dur="2000"/>
                                        <p:tgtEl>
                                          <p:spTgt spid="3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1" st="1"/>
                                            </p:txEl>
                                          </p:spTgt>
                                        </p:tgtEl>
                                        <p:attrNameLst>
                                          <p:attrName>style.visibility</p:attrName>
                                        </p:attrNameLst>
                                      </p:cBhvr>
                                      <p:to>
                                        <p:strVal val="visible"/>
                                      </p:to>
                                    </p:set>
                                    <p:animEffect filter="fade" transition="in">
                                      <p:cBhvr>
                                        <p:cTn dur="2000"/>
                                        <p:tgtEl>
                                          <p:spTgt spid="3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2" st="2"/>
                                            </p:txEl>
                                          </p:spTgt>
                                        </p:tgtEl>
                                        <p:attrNameLst>
                                          <p:attrName>style.visibility</p:attrName>
                                        </p:attrNameLst>
                                      </p:cBhvr>
                                      <p:to>
                                        <p:strVal val="visible"/>
                                      </p:to>
                                    </p:set>
                                    <p:animEffect filter="fade" transition="in">
                                      <p:cBhvr>
                                        <p:cTn dur="2000"/>
                                        <p:tgtEl>
                                          <p:spTgt spid="3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3" st="3"/>
                                            </p:txEl>
                                          </p:spTgt>
                                        </p:tgtEl>
                                        <p:attrNameLst>
                                          <p:attrName>style.visibility</p:attrName>
                                        </p:attrNameLst>
                                      </p:cBhvr>
                                      <p:to>
                                        <p:strVal val="visible"/>
                                      </p:to>
                                    </p:set>
                                    <p:animEffect filter="fade" transition="in">
                                      <p:cBhvr>
                                        <p:cTn dur="2000"/>
                                        <p:tgtEl>
                                          <p:spTgt spid="3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4" st="4"/>
                                            </p:txEl>
                                          </p:spTgt>
                                        </p:tgtEl>
                                        <p:attrNameLst>
                                          <p:attrName>style.visibility</p:attrName>
                                        </p:attrNameLst>
                                      </p:cBhvr>
                                      <p:to>
                                        <p:strVal val="visible"/>
                                      </p:to>
                                    </p:set>
                                    <p:animEffect filter="fade" transition="in">
                                      <p:cBhvr>
                                        <p:cTn dur="2000"/>
                                        <p:tgtEl>
                                          <p:spTgt spid="30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5" st="5"/>
                                            </p:txEl>
                                          </p:spTgt>
                                        </p:tgtEl>
                                        <p:attrNameLst>
                                          <p:attrName>style.visibility</p:attrName>
                                        </p:attrNameLst>
                                      </p:cBhvr>
                                      <p:to>
                                        <p:strVal val="visible"/>
                                      </p:to>
                                    </p:set>
                                    <p:animEffect filter="fade" transition="in">
                                      <p:cBhvr>
                                        <p:cTn dur="2000"/>
                                        <p:tgtEl>
                                          <p:spTgt spid="30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6" st="6"/>
                                            </p:txEl>
                                          </p:spTgt>
                                        </p:tgtEl>
                                        <p:attrNameLst>
                                          <p:attrName>style.visibility</p:attrName>
                                        </p:attrNameLst>
                                      </p:cBhvr>
                                      <p:to>
                                        <p:strVal val="visible"/>
                                      </p:to>
                                    </p:set>
                                    <p:animEffect filter="fade" transition="in">
                                      <p:cBhvr>
                                        <p:cTn dur="2000"/>
                                        <p:tgtEl>
                                          <p:spTgt spid="30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7" st="7"/>
                                            </p:txEl>
                                          </p:spTgt>
                                        </p:tgtEl>
                                        <p:attrNameLst>
                                          <p:attrName>style.visibility</p:attrName>
                                        </p:attrNameLst>
                                      </p:cBhvr>
                                      <p:to>
                                        <p:strVal val="visible"/>
                                      </p:to>
                                    </p:set>
                                    <p:animEffect filter="fade" transition="in">
                                      <p:cBhvr>
                                        <p:cTn dur="2000"/>
                                        <p:tgtEl>
                                          <p:spTgt spid="30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8" st="8"/>
                                            </p:txEl>
                                          </p:spTgt>
                                        </p:tgtEl>
                                        <p:attrNameLst>
                                          <p:attrName>style.visibility</p:attrName>
                                        </p:attrNameLst>
                                      </p:cBhvr>
                                      <p:to>
                                        <p:strVal val="visible"/>
                                      </p:to>
                                    </p:set>
                                    <p:animEffect filter="fade" transition="in">
                                      <p:cBhvr>
                                        <p:cTn dur="2000"/>
                                        <p:tgtEl>
                                          <p:spTgt spid="30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9" st="9"/>
                                            </p:txEl>
                                          </p:spTgt>
                                        </p:tgtEl>
                                        <p:attrNameLst>
                                          <p:attrName>style.visibility</p:attrName>
                                        </p:attrNameLst>
                                      </p:cBhvr>
                                      <p:to>
                                        <p:strVal val="visible"/>
                                      </p:to>
                                    </p:set>
                                    <p:animEffect filter="fade" transition="in">
                                      <p:cBhvr>
                                        <p:cTn dur="2000"/>
                                        <p:tgtEl>
                                          <p:spTgt spid="30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 name="Shape 309"/>
        <p:cNvGrpSpPr/>
        <p:nvPr/>
      </p:nvGrpSpPr>
      <p:grpSpPr>
        <a:xfrm>
          <a:off x="0" y="0"/>
          <a:ext cx="0" cy="0"/>
          <a:chOff x="0" y="0"/>
          <a:chExt cx="0" cy="0"/>
        </a:xfrm>
      </p:grpSpPr>
      <p:sp>
        <p:nvSpPr>
          <p:cNvPr id="310" name="Google Shape;310;p1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1" name="Google Shape;31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Định nghĩa toán tử &lt;&lt;</a:t>
            </a:r>
            <a:endParaRPr sz="5400"/>
          </a:p>
        </p:txBody>
      </p:sp>
      <p:sp>
        <p:nvSpPr>
          <p:cNvPr id="312" name="Google Shape;312;p12"/>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3" name="Google Shape;313;p12"/>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177800" lvl="0" marL="55563" rtl="0" algn="just">
              <a:lnSpc>
                <a:spcPct val="90000"/>
              </a:lnSpc>
              <a:spcBef>
                <a:spcPts val="0"/>
              </a:spcBef>
              <a:spcAft>
                <a:spcPts val="0"/>
              </a:spcAft>
              <a:buClr>
                <a:schemeClr val="dk1"/>
              </a:buClr>
              <a:buSzPts val="2800"/>
              <a:buChar char="•"/>
            </a:pPr>
            <a:r>
              <a:rPr lang="en-US"/>
              <a:t>Trong đó:</a:t>
            </a:r>
            <a:endParaRPr/>
          </a:p>
          <a:p>
            <a:pPr indent="-177800" lvl="1" marL="169863" rtl="0" algn="just">
              <a:lnSpc>
                <a:spcPct val="90000"/>
              </a:lnSpc>
              <a:spcBef>
                <a:spcPts val="500"/>
              </a:spcBef>
              <a:spcAft>
                <a:spcPts val="0"/>
              </a:spcAft>
              <a:buClr>
                <a:schemeClr val="dk1"/>
              </a:buClr>
              <a:buSzPts val="2800"/>
              <a:buChar char="•"/>
            </a:pPr>
            <a:r>
              <a:rPr b="1" lang="en-US" sz="2800"/>
              <a:t> ostream: </a:t>
            </a:r>
            <a:r>
              <a:rPr lang="en-US" sz="2800"/>
              <a:t>tham chiếu chỉ đến dòng xuất,</a:t>
            </a:r>
            <a:endParaRPr/>
          </a:p>
          <a:p>
            <a:pPr indent="-177800" lvl="1" marL="169863" rtl="0" algn="just">
              <a:lnSpc>
                <a:spcPct val="90000"/>
              </a:lnSpc>
              <a:spcBef>
                <a:spcPts val="500"/>
              </a:spcBef>
              <a:spcAft>
                <a:spcPts val="0"/>
              </a:spcAft>
              <a:buClr>
                <a:schemeClr val="dk1"/>
              </a:buClr>
              <a:buSzPts val="2800"/>
              <a:buChar char="•"/>
            </a:pPr>
            <a:r>
              <a:rPr lang="en-US" sz="2800"/>
              <a:t> </a:t>
            </a:r>
            <a:r>
              <a:rPr b="1" lang="en-US" sz="2800"/>
              <a:t>out</a:t>
            </a:r>
            <a:r>
              <a:rPr lang="en-US" sz="2800"/>
              <a:t>: tên dòng xuất tạm thời sử dụng thay cho cout</a:t>
            </a:r>
            <a:endParaRPr/>
          </a:p>
          <a:p>
            <a:pPr indent="-177800" lvl="1" marL="169863" rtl="0" algn="just">
              <a:lnSpc>
                <a:spcPct val="90000"/>
              </a:lnSpc>
              <a:spcBef>
                <a:spcPts val="500"/>
              </a:spcBef>
              <a:spcAft>
                <a:spcPts val="0"/>
              </a:spcAft>
              <a:buClr>
                <a:schemeClr val="dk1"/>
              </a:buClr>
              <a:buSzPts val="2800"/>
              <a:buChar char="•"/>
            </a:pPr>
            <a:r>
              <a:rPr lang="en-US" sz="2800"/>
              <a:t> </a:t>
            </a:r>
            <a:r>
              <a:rPr b="1" lang="en-US" sz="2800"/>
              <a:t>class-name</a:t>
            </a:r>
            <a:r>
              <a:rPr i="1" lang="en-US" sz="2800"/>
              <a:t>:</a:t>
            </a:r>
            <a:r>
              <a:rPr lang="en-US" sz="2800"/>
              <a:t> là tên của lớp đối tượng cần định nghĩa toán tử xuất</a:t>
            </a:r>
            <a:endParaRPr/>
          </a:p>
        </p:txBody>
      </p:sp>
      <p:sp>
        <p:nvSpPr>
          <p:cNvPr id="314" name="Google Shape;31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chemeClr val="dk1"/>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Ví dụ</a:t>
            </a:r>
            <a:endParaRPr/>
          </a:p>
        </p:txBody>
      </p:sp>
      <p:sp>
        <p:nvSpPr>
          <p:cNvPr id="320" name="Google Shape;320;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80000"/>
              </a:lnSpc>
              <a:spcBef>
                <a:spcPts val="0"/>
              </a:spcBef>
              <a:spcAft>
                <a:spcPts val="0"/>
              </a:spcAft>
              <a:buClr>
                <a:schemeClr val="dk1"/>
              </a:buClr>
              <a:buSzPct val="100000"/>
              <a:buNone/>
            </a:pPr>
            <a:r>
              <a:rPr lang="en-US" sz="2500"/>
              <a:t>class phanso</a:t>
            </a:r>
            <a:endParaRPr/>
          </a:p>
          <a:p>
            <a:pPr indent="0" lvl="0" marL="0" rtl="0" algn="l">
              <a:lnSpc>
                <a:spcPct val="80000"/>
              </a:lnSpc>
              <a:spcBef>
                <a:spcPts val="1000"/>
              </a:spcBef>
              <a:spcAft>
                <a:spcPts val="0"/>
              </a:spcAft>
              <a:buClr>
                <a:schemeClr val="dk1"/>
              </a:buClr>
              <a:buSzPct val="100000"/>
              <a:buNone/>
            </a:pPr>
            <a:r>
              <a:rPr lang="en-US" sz="2500"/>
              <a:t>{</a:t>
            </a:r>
            <a:endParaRPr/>
          </a:p>
          <a:p>
            <a:pPr indent="0" lvl="0" marL="0" rtl="0" algn="l">
              <a:lnSpc>
                <a:spcPct val="80000"/>
              </a:lnSpc>
              <a:spcBef>
                <a:spcPts val="1000"/>
              </a:spcBef>
              <a:spcAft>
                <a:spcPts val="0"/>
              </a:spcAft>
              <a:buClr>
                <a:schemeClr val="dk1"/>
              </a:buClr>
              <a:buSzPct val="100000"/>
              <a:buNone/>
            </a:pPr>
            <a:r>
              <a:rPr lang="en-US" sz="2500"/>
              <a:t>public:</a:t>
            </a:r>
            <a:endParaRPr/>
          </a:p>
          <a:p>
            <a:pPr indent="0" lvl="0" marL="0" rtl="0" algn="l">
              <a:lnSpc>
                <a:spcPct val="80000"/>
              </a:lnSpc>
              <a:spcBef>
                <a:spcPts val="1000"/>
              </a:spcBef>
              <a:spcAft>
                <a:spcPts val="0"/>
              </a:spcAft>
              <a:buClr>
                <a:schemeClr val="dk1"/>
              </a:buClr>
              <a:buSzPct val="100000"/>
              <a:buNone/>
            </a:pPr>
            <a:r>
              <a:rPr lang="en-US" sz="2500"/>
              <a:t>   int mau, tu;</a:t>
            </a:r>
            <a:endParaRPr/>
          </a:p>
          <a:p>
            <a:pPr indent="0" lvl="0" marL="0" rtl="0" algn="l">
              <a:lnSpc>
                <a:spcPct val="80000"/>
              </a:lnSpc>
              <a:spcBef>
                <a:spcPts val="1000"/>
              </a:spcBef>
              <a:spcAft>
                <a:spcPts val="0"/>
              </a:spcAft>
              <a:buClr>
                <a:schemeClr val="dk1"/>
              </a:buClr>
              <a:buSzPct val="100000"/>
              <a:buNone/>
            </a:pPr>
            <a:r>
              <a:rPr lang="en-US" sz="2500"/>
              <a:t>   ….   </a:t>
            </a:r>
            <a:endParaRPr/>
          </a:p>
          <a:p>
            <a:pPr indent="0" lvl="0" marL="0" rtl="0" algn="l">
              <a:lnSpc>
                <a:spcPct val="80000"/>
              </a:lnSpc>
              <a:spcBef>
                <a:spcPts val="1000"/>
              </a:spcBef>
              <a:spcAft>
                <a:spcPts val="0"/>
              </a:spcAft>
              <a:buClr>
                <a:schemeClr val="dk1"/>
              </a:buClr>
              <a:buSzPct val="100000"/>
              <a:buNone/>
            </a:pPr>
            <a:r>
              <a:rPr lang="en-US" sz="2500"/>
              <a:t>   </a:t>
            </a:r>
            <a:r>
              <a:rPr b="1" lang="en-US" sz="2500"/>
              <a:t>friend ostream&amp; operator&lt;&lt;(ostream &amp;out, phanso a);</a:t>
            </a:r>
            <a:endParaRPr/>
          </a:p>
          <a:p>
            <a:pPr indent="0" lvl="0" marL="0" rtl="0" algn="l">
              <a:lnSpc>
                <a:spcPct val="80000"/>
              </a:lnSpc>
              <a:spcBef>
                <a:spcPts val="1000"/>
              </a:spcBef>
              <a:spcAft>
                <a:spcPts val="0"/>
              </a:spcAft>
              <a:buClr>
                <a:schemeClr val="dk1"/>
              </a:buClr>
              <a:buSzPct val="100000"/>
              <a:buNone/>
            </a:pPr>
            <a:r>
              <a:rPr b="1" lang="en-US" sz="2500"/>
              <a:t>   ….</a:t>
            </a:r>
            <a:endParaRPr/>
          </a:p>
          <a:p>
            <a:pPr indent="0" lvl="0" marL="0" rtl="0" algn="l">
              <a:lnSpc>
                <a:spcPct val="80000"/>
              </a:lnSpc>
              <a:spcBef>
                <a:spcPts val="1000"/>
              </a:spcBef>
              <a:spcAft>
                <a:spcPts val="0"/>
              </a:spcAft>
              <a:buClr>
                <a:schemeClr val="dk1"/>
              </a:buClr>
              <a:buSzPct val="100000"/>
              <a:buNone/>
            </a:pPr>
            <a:r>
              <a:rPr lang="en-US" sz="2500"/>
              <a:t>};</a:t>
            </a:r>
            <a:endParaRPr/>
          </a:p>
          <a:p>
            <a:pPr indent="0" lvl="0" marL="0" rtl="0" algn="l">
              <a:lnSpc>
                <a:spcPct val="80000"/>
              </a:lnSpc>
              <a:spcBef>
                <a:spcPts val="1000"/>
              </a:spcBef>
              <a:spcAft>
                <a:spcPts val="0"/>
              </a:spcAft>
              <a:buClr>
                <a:schemeClr val="dk1"/>
              </a:buClr>
              <a:buSzPct val="100000"/>
              <a:buNone/>
            </a:pPr>
            <a:r>
              <a:rPr b="1" lang="en-US" sz="2500"/>
              <a:t>ostream&amp; operator&lt;&lt;(ostream &amp;out, phanso a)</a:t>
            </a:r>
            <a:endParaRPr/>
          </a:p>
          <a:p>
            <a:pPr indent="0" lvl="0" marL="0" rtl="0" algn="l">
              <a:lnSpc>
                <a:spcPct val="80000"/>
              </a:lnSpc>
              <a:spcBef>
                <a:spcPts val="1000"/>
              </a:spcBef>
              <a:spcAft>
                <a:spcPts val="0"/>
              </a:spcAft>
              <a:buClr>
                <a:schemeClr val="dk1"/>
              </a:buClr>
              <a:buSzPct val="100000"/>
              <a:buNone/>
            </a:pPr>
            <a:r>
              <a:rPr b="1" lang="en-US" sz="2500"/>
              <a:t>{</a:t>
            </a:r>
            <a:endParaRPr/>
          </a:p>
          <a:p>
            <a:pPr indent="0" lvl="0" marL="0" rtl="0" algn="l">
              <a:lnSpc>
                <a:spcPct val="80000"/>
              </a:lnSpc>
              <a:spcBef>
                <a:spcPts val="1000"/>
              </a:spcBef>
              <a:spcAft>
                <a:spcPts val="0"/>
              </a:spcAft>
              <a:buClr>
                <a:schemeClr val="dk1"/>
              </a:buClr>
              <a:buSzPct val="100000"/>
              <a:buNone/>
            </a:pPr>
            <a:r>
              <a:rPr b="1" lang="en-US" sz="2500"/>
              <a:t>	out&lt;&lt;“Phan so:”&lt;&lt;a.tu&lt;&lt;“/”&lt;&lt;a.mau;</a:t>
            </a:r>
            <a:endParaRPr/>
          </a:p>
          <a:p>
            <a:pPr indent="0" lvl="0" marL="0" rtl="0" algn="l">
              <a:lnSpc>
                <a:spcPct val="80000"/>
              </a:lnSpc>
              <a:spcBef>
                <a:spcPts val="1000"/>
              </a:spcBef>
              <a:spcAft>
                <a:spcPts val="0"/>
              </a:spcAft>
              <a:buClr>
                <a:schemeClr val="dk1"/>
              </a:buClr>
              <a:buSzPct val="100000"/>
              <a:buNone/>
            </a:pPr>
            <a:r>
              <a:rPr b="1" lang="en-US" sz="2500"/>
              <a:t>	return out;</a:t>
            </a:r>
            <a:endParaRPr/>
          </a:p>
          <a:p>
            <a:pPr indent="0" lvl="0" marL="0" rtl="0" algn="l">
              <a:lnSpc>
                <a:spcPct val="80000"/>
              </a:lnSpc>
              <a:spcBef>
                <a:spcPts val="1000"/>
              </a:spcBef>
              <a:spcAft>
                <a:spcPts val="0"/>
              </a:spcAft>
              <a:buClr>
                <a:schemeClr val="dk1"/>
              </a:buClr>
              <a:buSzPct val="100000"/>
              <a:buNone/>
            </a:pPr>
            <a:r>
              <a:rPr b="1" lang="en-US" sz="2500"/>
              <a:t>}</a:t>
            </a:r>
            <a:endParaRPr/>
          </a:p>
        </p:txBody>
      </p:sp>
      <p:sp>
        <p:nvSpPr>
          <p:cNvPr id="321" name="Google Shape;3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CSE 224 - Nạp chồng toán tử</a:t>
            </a:r>
            <a:endParaRPr/>
          </a:p>
        </p:txBody>
      </p:sp>
      <p:sp>
        <p:nvSpPr>
          <p:cNvPr id="322" name="Google Shape;3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b="0" i="0" lang="en-US" sz="1200" u="none" cap="none" strike="noStrike">
                <a:solidFill>
                  <a:srgbClr val="300030"/>
                </a:solidFill>
                <a:latin typeface="Arial"/>
                <a:ea typeface="Arial"/>
                <a:cs typeface="Arial"/>
                <a:sym typeface="Arial"/>
              </a:rPr>
              <a:t>‹#›</a:t>
            </a:fld>
            <a:endParaRPr b="0" i="0" sz="1400" u="none" cap="none" strike="noStrike">
              <a:solidFill>
                <a:srgbClr val="30003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xEl>
                                              <p:pRg end="0" st="0"/>
                                            </p:txEl>
                                          </p:spTgt>
                                        </p:tgtEl>
                                        <p:attrNameLst>
                                          <p:attrName>style.visibility</p:attrName>
                                        </p:attrNameLst>
                                      </p:cBhvr>
                                      <p:to>
                                        <p:strVal val="visible"/>
                                      </p:to>
                                    </p:set>
                                    <p:animEffect filter="fade" transition="in">
                                      <p:cBhvr>
                                        <p:cTn dur="500"/>
                                        <p:tgtEl>
                                          <p:spTgt spid="3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xEl>
                                              <p:pRg end="1" st="1"/>
                                            </p:txEl>
                                          </p:spTgt>
                                        </p:tgtEl>
                                        <p:attrNameLst>
                                          <p:attrName>style.visibility</p:attrName>
                                        </p:attrNameLst>
                                      </p:cBhvr>
                                      <p:to>
                                        <p:strVal val="visible"/>
                                      </p:to>
                                    </p:set>
                                    <p:animEffect filter="fade" transition="in">
                                      <p:cBhvr>
                                        <p:cTn dur="500"/>
                                        <p:tgtEl>
                                          <p:spTgt spid="3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xEl>
                                              <p:pRg end="2" st="2"/>
                                            </p:txEl>
                                          </p:spTgt>
                                        </p:tgtEl>
                                        <p:attrNameLst>
                                          <p:attrName>style.visibility</p:attrName>
                                        </p:attrNameLst>
                                      </p:cBhvr>
                                      <p:to>
                                        <p:strVal val="visible"/>
                                      </p:to>
                                    </p:set>
                                    <p:animEffect filter="fade" transition="in">
                                      <p:cBhvr>
                                        <p:cTn dur="500"/>
                                        <p:tgtEl>
                                          <p:spTgt spid="3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xEl>
                                              <p:pRg end="3" st="3"/>
                                            </p:txEl>
                                          </p:spTgt>
                                        </p:tgtEl>
                                        <p:attrNameLst>
                                          <p:attrName>style.visibility</p:attrName>
                                        </p:attrNameLst>
                                      </p:cBhvr>
                                      <p:to>
                                        <p:strVal val="visible"/>
                                      </p:to>
                                    </p:set>
                                    <p:animEffect filter="fade" transition="in">
                                      <p:cBhvr>
                                        <p:cTn dur="500"/>
                                        <p:tgtEl>
                                          <p:spTgt spid="3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xEl>
                                              <p:pRg end="4" st="4"/>
                                            </p:txEl>
                                          </p:spTgt>
                                        </p:tgtEl>
                                        <p:attrNameLst>
                                          <p:attrName>style.visibility</p:attrName>
                                        </p:attrNameLst>
                                      </p:cBhvr>
                                      <p:to>
                                        <p:strVal val="visible"/>
                                      </p:to>
                                    </p:set>
                                    <p:animEffect filter="fade" transition="in">
                                      <p:cBhvr>
                                        <p:cTn dur="500"/>
                                        <p:tgtEl>
                                          <p:spTgt spid="32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xEl>
                                              <p:pRg end="5" st="5"/>
                                            </p:txEl>
                                          </p:spTgt>
                                        </p:tgtEl>
                                        <p:attrNameLst>
                                          <p:attrName>style.visibility</p:attrName>
                                        </p:attrNameLst>
                                      </p:cBhvr>
                                      <p:to>
                                        <p:strVal val="visible"/>
                                      </p:to>
                                    </p:set>
                                    <p:animEffect filter="fade" transition="in">
                                      <p:cBhvr>
                                        <p:cTn dur="500"/>
                                        <p:tgtEl>
                                          <p:spTgt spid="32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xEl>
                                              <p:pRg end="6" st="6"/>
                                            </p:txEl>
                                          </p:spTgt>
                                        </p:tgtEl>
                                        <p:attrNameLst>
                                          <p:attrName>style.visibility</p:attrName>
                                        </p:attrNameLst>
                                      </p:cBhvr>
                                      <p:to>
                                        <p:strVal val="visible"/>
                                      </p:to>
                                    </p:set>
                                    <p:animEffect filter="fade" transition="in">
                                      <p:cBhvr>
                                        <p:cTn dur="500"/>
                                        <p:tgtEl>
                                          <p:spTgt spid="32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xEl>
                                              <p:pRg end="7" st="7"/>
                                            </p:txEl>
                                          </p:spTgt>
                                        </p:tgtEl>
                                        <p:attrNameLst>
                                          <p:attrName>style.visibility</p:attrName>
                                        </p:attrNameLst>
                                      </p:cBhvr>
                                      <p:to>
                                        <p:strVal val="visible"/>
                                      </p:to>
                                    </p:set>
                                    <p:animEffect filter="fade" transition="in">
                                      <p:cBhvr>
                                        <p:cTn dur="500"/>
                                        <p:tgtEl>
                                          <p:spTgt spid="32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xEl>
                                              <p:pRg end="8" st="8"/>
                                            </p:txEl>
                                          </p:spTgt>
                                        </p:tgtEl>
                                        <p:attrNameLst>
                                          <p:attrName>style.visibility</p:attrName>
                                        </p:attrNameLst>
                                      </p:cBhvr>
                                      <p:to>
                                        <p:strVal val="visible"/>
                                      </p:to>
                                    </p:set>
                                    <p:animEffect filter="fade" transition="in">
                                      <p:cBhvr>
                                        <p:cTn dur="500"/>
                                        <p:tgtEl>
                                          <p:spTgt spid="32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xEl>
                                              <p:pRg end="9" st="9"/>
                                            </p:txEl>
                                          </p:spTgt>
                                        </p:tgtEl>
                                        <p:attrNameLst>
                                          <p:attrName>style.visibility</p:attrName>
                                        </p:attrNameLst>
                                      </p:cBhvr>
                                      <p:to>
                                        <p:strVal val="visible"/>
                                      </p:to>
                                    </p:set>
                                    <p:animEffect filter="fade" transition="in">
                                      <p:cBhvr>
                                        <p:cTn dur="500"/>
                                        <p:tgtEl>
                                          <p:spTgt spid="32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xEl>
                                              <p:pRg end="10" st="10"/>
                                            </p:txEl>
                                          </p:spTgt>
                                        </p:tgtEl>
                                        <p:attrNameLst>
                                          <p:attrName>style.visibility</p:attrName>
                                        </p:attrNameLst>
                                      </p:cBhvr>
                                      <p:to>
                                        <p:strVal val="visible"/>
                                      </p:to>
                                    </p:set>
                                    <p:animEffect filter="fade" transition="in">
                                      <p:cBhvr>
                                        <p:cTn dur="500"/>
                                        <p:tgtEl>
                                          <p:spTgt spid="32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xEl>
                                              <p:pRg end="11" st="11"/>
                                            </p:txEl>
                                          </p:spTgt>
                                        </p:tgtEl>
                                        <p:attrNameLst>
                                          <p:attrName>style.visibility</p:attrName>
                                        </p:attrNameLst>
                                      </p:cBhvr>
                                      <p:to>
                                        <p:strVal val="visible"/>
                                      </p:to>
                                    </p:set>
                                    <p:animEffect filter="fade" transition="in">
                                      <p:cBhvr>
                                        <p:cTn dur="500"/>
                                        <p:tgtEl>
                                          <p:spTgt spid="32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xEl>
                                              <p:pRg end="12" st="12"/>
                                            </p:txEl>
                                          </p:spTgt>
                                        </p:tgtEl>
                                        <p:attrNameLst>
                                          <p:attrName>style.visibility</p:attrName>
                                        </p:attrNameLst>
                                      </p:cBhvr>
                                      <p:to>
                                        <p:strVal val="visible"/>
                                      </p:to>
                                    </p:set>
                                    <p:animEffect filter="fade" transition="in">
                                      <p:cBhvr>
                                        <p:cTn dur="500"/>
                                        <p:tgtEl>
                                          <p:spTgt spid="320">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lang="en-US" sz="2800"/>
              <a:t>Định nghĩa toán tử &gt;&gt;</a:t>
            </a:r>
            <a:endParaRPr i="1" sz="2800"/>
          </a:p>
        </p:txBody>
      </p:sp>
      <p:sp>
        <p:nvSpPr>
          <p:cNvPr id="328" name="Google Shape;328;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177800" lvl="0" marL="0" rtl="0" algn="l">
              <a:lnSpc>
                <a:spcPct val="90000"/>
              </a:lnSpc>
              <a:spcBef>
                <a:spcPts val="0"/>
              </a:spcBef>
              <a:spcAft>
                <a:spcPts val="0"/>
              </a:spcAft>
              <a:buClr>
                <a:schemeClr val="dk1"/>
              </a:buClr>
              <a:buSzPts val="2800"/>
              <a:buChar char="•"/>
            </a:pPr>
            <a:r>
              <a:rPr lang="en-US" sz="2800"/>
              <a:t>Khai báo:</a:t>
            </a:r>
            <a:endParaRPr/>
          </a:p>
          <a:p>
            <a:pPr indent="0" lvl="0" marL="0" rtl="0" algn="l">
              <a:lnSpc>
                <a:spcPct val="90000"/>
              </a:lnSpc>
              <a:spcBef>
                <a:spcPts val="1000"/>
              </a:spcBef>
              <a:spcAft>
                <a:spcPts val="0"/>
              </a:spcAft>
              <a:buClr>
                <a:schemeClr val="dk1"/>
              </a:buClr>
              <a:buSzPts val="2500"/>
              <a:buNone/>
            </a:pPr>
            <a:r>
              <a:rPr b="1" lang="en-US" sz="2500"/>
              <a:t>friend istream &amp; operator &gt;&gt;</a:t>
            </a:r>
            <a:r>
              <a:rPr lang="en-US" sz="2500"/>
              <a:t> </a:t>
            </a:r>
            <a:r>
              <a:rPr b="1" lang="en-US" sz="2500"/>
              <a:t>(istream &amp;</a:t>
            </a:r>
            <a:r>
              <a:rPr lang="en-US" sz="2500"/>
              <a:t>in, </a:t>
            </a:r>
            <a:r>
              <a:rPr i="1" lang="en-US" sz="2500"/>
              <a:t>class-name</a:t>
            </a:r>
            <a:r>
              <a:rPr lang="en-US" sz="2500"/>
              <a:t>  &amp;c);</a:t>
            </a:r>
            <a:endParaRPr/>
          </a:p>
          <a:p>
            <a:pPr indent="-53975" lvl="1" marL="168275" rtl="0" algn="l">
              <a:lnSpc>
                <a:spcPct val="90000"/>
              </a:lnSpc>
              <a:spcBef>
                <a:spcPts val="95"/>
              </a:spcBef>
              <a:spcAft>
                <a:spcPts val="0"/>
              </a:spcAft>
              <a:buClr>
                <a:schemeClr val="lt1"/>
              </a:buClr>
              <a:buSzPts val="1900"/>
              <a:buNone/>
            </a:pPr>
            <a:r>
              <a:t/>
            </a:r>
            <a:endParaRPr sz="1900"/>
          </a:p>
          <a:p>
            <a:pPr indent="-177800" lvl="0" marL="0" rtl="0" algn="l">
              <a:lnSpc>
                <a:spcPct val="90000"/>
              </a:lnSpc>
              <a:spcBef>
                <a:spcPts val="1000"/>
              </a:spcBef>
              <a:spcAft>
                <a:spcPts val="0"/>
              </a:spcAft>
              <a:buClr>
                <a:schemeClr val="dk1"/>
              </a:buClr>
              <a:buSzPts val="2800"/>
              <a:buChar char="•"/>
            </a:pPr>
            <a:r>
              <a:rPr lang="en-US" sz="2800"/>
              <a:t> Định nghĩa:</a:t>
            </a:r>
            <a:endParaRPr/>
          </a:p>
          <a:p>
            <a:pPr indent="-53975" lvl="1" marL="168275" rtl="0" algn="l">
              <a:lnSpc>
                <a:spcPct val="90000"/>
              </a:lnSpc>
              <a:spcBef>
                <a:spcPts val="120"/>
              </a:spcBef>
              <a:spcAft>
                <a:spcPts val="0"/>
              </a:spcAft>
              <a:buClr>
                <a:schemeClr val="lt1"/>
              </a:buClr>
              <a:buSzPts val="2400"/>
              <a:buNone/>
            </a:pPr>
            <a:r>
              <a:rPr b="1" lang="en-US"/>
              <a:t>istream &amp; operator &gt;&gt;</a:t>
            </a:r>
            <a:r>
              <a:rPr lang="en-US"/>
              <a:t> </a:t>
            </a:r>
            <a:r>
              <a:rPr b="1" lang="en-US"/>
              <a:t>(istream &amp;</a:t>
            </a:r>
            <a:r>
              <a:rPr lang="en-US"/>
              <a:t>in, </a:t>
            </a:r>
            <a:r>
              <a:rPr i="1" lang="en-US"/>
              <a:t>class-name</a:t>
            </a:r>
            <a:r>
              <a:rPr lang="en-US"/>
              <a:t>  &amp;c)</a:t>
            </a:r>
            <a:endParaRPr/>
          </a:p>
          <a:p>
            <a:pPr indent="-53975" lvl="1" marL="168275" rtl="0" algn="l">
              <a:lnSpc>
                <a:spcPct val="90000"/>
              </a:lnSpc>
              <a:spcBef>
                <a:spcPts val="160"/>
              </a:spcBef>
              <a:spcAft>
                <a:spcPts val="0"/>
              </a:spcAft>
              <a:buClr>
                <a:schemeClr val="lt1"/>
              </a:buClr>
              <a:buSzPts val="3200"/>
              <a:buNone/>
            </a:pPr>
            <a:r>
              <a:rPr lang="en-US" sz="3200"/>
              <a:t>{</a:t>
            </a:r>
            <a:endParaRPr/>
          </a:p>
          <a:p>
            <a:pPr indent="-53975" lvl="1" marL="168275" rtl="0" algn="l">
              <a:lnSpc>
                <a:spcPct val="90000"/>
              </a:lnSpc>
              <a:spcBef>
                <a:spcPts val="160"/>
              </a:spcBef>
              <a:spcAft>
                <a:spcPts val="0"/>
              </a:spcAft>
              <a:buClr>
                <a:schemeClr val="lt1"/>
              </a:buClr>
              <a:buSzPts val="3200"/>
              <a:buNone/>
            </a:pPr>
            <a:r>
              <a:rPr lang="en-US" sz="3200"/>
              <a:t>     	</a:t>
            </a:r>
            <a:r>
              <a:rPr i="1" lang="en-US" sz="3200"/>
              <a:t>//định nghĩa thao tác nhập các giá trị cho đối tượng “c”.</a:t>
            </a:r>
            <a:endParaRPr/>
          </a:p>
          <a:p>
            <a:pPr indent="-53975" lvl="1" marL="168275" rtl="0" algn="l">
              <a:lnSpc>
                <a:spcPct val="90000"/>
              </a:lnSpc>
              <a:spcBef>
                <a:spcPts val="160"/>
              </a:spcBef>
              <a:spcAft>
                <a:spcPts val="0"/>
              </a:spcAft>
              <a:buClr>
                <a:schemeClr val="lt1"/>
              </a:buClr>
              <a:buSzPts val="3200"/>
              <a:buNone/>
            </a:pPr>
            <a:r>
              <a:rPr i="1" lang="en-US" sz="3200"/>
              <a:t>		//Lưu ý dùng dòng in&gt;&gt; để nhập thay vì dùng cin&gt;&gt;</a:t>
            </a:r>
            <a:endParaRPr/>
          </a:p>
          <a:p>
            <a:pPr indent="-53975" lvl="1" marL="168275" rtl="0" algn="l">
              <a:lnSpc>
                <a:spcPct val="90000"/>
              </a:lnSpc>
              <a:spcBef>
                <a:spcPts val="160"/>
              </a:spcBef>
              <a:spcAft>
                <a:spcPts val="0"/>
              </a:spcAft>
              <a:buClr>
                <a:schemeClr val="lt1"/>
              </a:buClr>
              <a:buSzPts val="3200"/>
              <a:buNone/>
            </a:pPr>
            <a:r>
              <a:rPr lang="en-US" sz="3200"/>
              <a:t>		return in;</a:t>
            </a:r>
            <a:endParaRPr/>
          </a:p>
          <a:p>
            <a:pPr indent="-53975" lvl="1" marL="168275" rtl="0" algn="l">
              <a:lnSpc>
                <a:spcPct val="90000"/>
              </a:lnSpc>
              <a:spcBef>
                <a:spcPts val="160"/>
              </a:spcBef>
              <a:spcAft>
                <a:spcPts val="0"/>
              </a:spcAft>
              <a:buClr>
                <a:schemeClr val="lt1"/>
              </a:buClr>
              <a:buSzPts val="3200"/>
              <a:buNone/>
            </a:pPr>
            <a:r>
              <a:rPr lang="en-US" sz="3200"/>
              <a:t>}</a:t>
            </a:r>
            <a:endParaRPr/>
          </a:p>
        </p:txBody>
      </p:sp>
      <p:sp>
        <p:nvSpPr>
          <p:cNvPr id="329" name="Google Shape;32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b="0" i="0" lang="en-US" sz="1200" u="none" cap="none" strike="noStrike">
                <a:solidFill>
                  <a:srgbClr val="300030"/>
                </a:solidFill>
                <a:latin typeface="Arial"/>
                <a:ea typeface="Arial"/>
                <a:cs typeface="Arial"/>
                <a:sym typeface="Arial"/>
              </a:rPr>
              <a:t>‹#›</a:t>
            </a:fld>
            <a:endParaRPr b="0" i="0" sz="1400" u="none" cap="none" strike="noStrike">
              <a:solidFill>
                <a:srgbClr val="30003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0" st="0"/>
                                            </p:txEl>
                                          </p:spTgt>
                                        </p:tgtEl>
                                        <p:attrNameLst>
                                          <p:attrName>style.visibility</p:attrName>
                                        </p:attrNameLst>
                                      </p:cBhvr>
                                      <p:to>
                                        <p:strVal val="visible"/>
                                      </p:to>
                                    </p:set>
                                    <p:animEffect filter="fade" transition="in">
                                      <p:cBhvr>
                                        <p:cTn dur="2000"/>
                                        <p:tgtEl>
                                          <p:spTgt spid="3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1" st="1"/>
                                            </p:txEl>
                                          </p:spTgt>
                                        </p:tgtEl>
                                        <p:attrNameLst>
                                          <p:attrName>style.visibility</p:attrName>
                                        </p:attrNameLst>
                                      </p:cBhvr>
                                      <p:to>
                                        <p:strVal val="visible"/>
                                      </p:to>
                                    </p:set>
                                    <p:animEffect filter="fade" transition="in">
                                      <p:cBhvr>
                                        <p:cTn dur="2000"/>
                                        <p:tgtEl>
                                          <p:spTgt spid="3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2" st="2"/>
                                            </p:txEl>
                                          </p:spTgt>
                                        </p:tgtEl>
                                        <p:attrNameLst>
                                          <p:attrName>style.visibility</p:attrName>
                                        </p:attrNameLst>
                                      </p:cBhvr>
                                      <p:to>
                                        <p:strVal val="visible"/>
                                      </p:to>
                                    </p:set>
                                    <p:animEffect filter="fade" transition="in">
                                      <p:cBhvr>
                                        <p:cTn dur="2000"/>
                                        <p:tgtEl>
                                          <p:spTgt spid="3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3" st="3"/>
                                            </p:txEl>
                                          </p:spTgt>
                                        </p:tgtEl>
                                        <p:attrNameLst>
                                          <p:attrName>style.visibility</p:attrName>
                                        </p:attrNameLst>
                                      </p:cBhvr>
                                      <p:to>
                                        <p:strVal val="visible"/>
                                      </p:to>
                                    </p:set>
                                    <p:animEffect filter="fade" transition="in">
                                      <p:cBhvr>
                                        <p:cTn dur="2000"/>
                                        <p:tgtEl>
                                          <p:spTgt spid="3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4" st="4"/>
                                            </p:txEl>
                                          </p:spTgt>
                                        </p:tgtEl>
                                        <p:attrNameLst>
                                          <p:attrName>style.visibility</p:attrName>
                                        </p:attrNameLst>
                                      </p:cBhvr>
                                      <p:to>
                                        <p:strVal val="visible"/>
                                      </p:to>
                                    </p:set>
                                    <p:animEffect filter="fade" transition="in">
                                      <p:cBhvr>
                                        <p:cTn dur="2000"/>
                                        <p:tgtEl>
                                          <p:spTgt spid="32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5" st="5"/>
                                            </p:txEl>
                                          </p:spTgt>
                                        </p:tgtEl>
                                        <p:attrNameLst>
                                          <p:attrName>style.visibility</p:attrName>
                                        </p:attrNameLst>
                                      </p:cBhvr>
                                      <p:to>
                                        <p:strVal val="visible"/>
                                      </p:to>
                                    </p:set>
                                    <p:animEffect filter="fade" transition="in">
                                      <p:cBhvr>
                                        <p:cTn dur="2000"/>
                                        <p:tgtEl>
                                          <p:spTgt spid="32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6" st="6"/>
                                            </p:txEl>
                                          </p:spTgt>
                                        </p:tgtEl>
                                        <p:attrNameLst>
                                          <p:attrName>style.visibility</p:attrName>
                                        </p:attrNameLst>
                                      </p:cBhvr>
                                      <p:to>
                                        <p:strVal val="visible"/>
                                      </p:to>
                                    </p:set>
                                    <p:animEffect filter="fade" transition="in">
                                      <p:cBhvr>
                                        <p:cTn dur="2000"/>
                                        <p:tgtEl>
                                          <p:spTgt spid="32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7" st="7"/>
                                            </p:txEl>
                                          </p:spTgt>
                                        </p:tgtEl>
                                        <p:attrNameLst>
                                          <p:attrName>style.visibility</p:attrName>
                                        </p:attrNameLst>
                                      </p:cBhvr>
                                      <p:to>
                                        <p:strVal val="visible"/>
                                      </p:to>
                                    </p:set>
                                    <p:animEffect filter="fade" transition="in">
                                      <p:cBhvr>
                                        <p:cTn dur="2000"/>
                                        <p:tgtEl>
                                          <p:spTgt spid="32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8" st="8"/>
                                            </p:txEl>
                                          </p:spTgt>
                                        </p:tgtEl>
                                        <p:attrNameLst>
                                          <p:attrName>style.visibility</p:attrName>
                                        </p:attrNameLst>
                                      </p:cBhvr>
                                      <p:to>
                                        <p:strVal val="visible"/>
                                      </p:to>
                                    </p:set>
                                    <p:animEffect filter="fade" transition="in">
                                      <p:cBhvr>
                                        <p:cTn dur="2000"/>
                                        <p:tgtEl>
                                          <p:spTgt spid="32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9" st="9"/>
                                            </p:txEl>
                                          </p:spTgt>
                                        </p:tgtEl>
                                        <p:attrNameLst>
                                          <p:attrName>style.visibility</p:attrName>
                                        </p:attrNameLst>
                                      </p:cBhvr>
                                      <p:to>
                                        <p:strVal val="visible"/>
                                      </p:to>
                                    </p:set>
                                    <p:animEffect filter="fade" transition="in">
                                      <p:cBhvr>
                                        <p:cTn dur="2000"/>
                                        <p:tgtEl>
                                          <p:spTgt spid="32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3" name="Shape 333"/>
        <p:cNvGrpSpPr/>
        <p:nvPr/>
      </p:nvGrpSpPr>
      <p:grpSpPr>
        <a:xfrm>
          <a:off x="0" y="0"/>
          <a:ext cx="0" cy="0"/>
          <a:chOff x="0" y="0"/>
          <a:chExt cx="0" cy="0"/>
        </a:xfrm>
      </p:grpSpPr>
      <p:sp>
        <p:nvSpPr>
          <p:cNvPr id="334" name="Google Shape;334;p1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5" name="Google Shape;335;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Định nghĩa toán tử &gt;&gt;</a:t>
            </a:r>
            <a:endParaRPr sz="5400"/>
          </a:p>
        </p:txBody>
      </p:sp>
      <p:sp>
        <p:nvSpPr>
          <p:cNvPr id="336" name="Google Shape;336;p15"/>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7" name="Google Shape;337;p15"/>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177800" lvl="0" marL="0" rtl="0" algn="just">
              <a:lnSpc>
                <a:spcPct val="90000"/>
              </a:lnSpc>
              <a:spcBef>
                <a:spcPts val="0"/>
              </a:spcBef>
              <a:spcAft>
                <a:spcPts val="0"/>
              </a:spcAft>
              <a:buClr>
                <a:schemeClr val="dk1"/>
              </a:buClr>
              <a:buSzPts val="2800"/>
              <a:buChar char="•"/>
            </a:pPr>
            <a:r>
              <a:rPr lang="en-US"/>
              <a:t>Trong đó:</a:t>
            </a:r>
            <a:endParaRPr/>
          </a:p>
          <a:p>
            <a:pPr indent="-177800" lvl="1" marL="168275" rtl="0" algn="just">
              <a:lnSpc>
                <a:spcPct val="90000"/>
              </a:lnSpc>
              <a:spcBef>
                <a:spcPts val="500"/>
              </a:spcBef>
              <a:spcAft>
                <a:spcPts val="0"/>
              </a:spcAft>
              <a:buClr>
                <a:schemeClr val="dk1"/>
              </a:buClr>
              <a:buSzPts val="2800"/>
              <a:buChar char="•"/>
            </a:pPr>
            <a:r>
              <a:rPr b="1" lang="en-US" sz="2800"/>
              <a:t> istream: </a:t>
            </a:r>
            <a:r>
              <a:rPr lang="en-US" sz="2800"/>
              <a:t>tham chiếu chỉ đến dòng nhập,</a:t>
            </a:r>
            <a:endParaRPr/>
          </a:p>
          <a:p>
            <a:pPr indent="-177800" lvl="1" marL="168275" rtl="0" algn="just">
              <a:lnSpc>
                <a:spcPct val="90000"/>
              </a:lnSpc>
              <a:spcBef>
                <a:spcPts val="500"/>
              </a:spcBef>
              <a:spcAft>
                <a:spcPts val="0"/>
              </a:spcAft>
              <a:buClr>
                <a:schemeClr val="dk1"/>
              </a:buClr>
              <a:buSzPts val="2800"/>
              <a:buChar char="•"/>
            </a:pPr>
            <a:r>
              <a:rPr lang="en-US" sz="2800"/>
              <a:t> </a:t>
            </a:r>
            <a:r>
              <a:rPr b="1" lang="en-US" sz="2800"/>
              <a:t>in</a:t>
            </a:r>
            <a:r>
              <a:rPr lang="en-US" sz="2800"/>
              <a:t>: tên dòng nhập tạm thời sử dụng thay cho cin</a:t>
            </a:r>
            <a:endParaRPr/>
          </a:p>
          <a:p>
            <a:pPr indent="-177800" lvl="1" marL="168275" rtl="0" algn="just">
              <a:lnSpc>
                <a:spcPct val="90000"/>
              </a:lnSpc>
              <a:spcBef>
                <a:spcPts val="500"/>
              </a:spcBef>
              <a:spcAft>
                <a:spcPts val="0"/>
              </a:spcAft>
              <a:buClr>
                <a:schemeClr val="dk1"/>
              </a:buClr>
              <a:buSzPts val="2800"/>
              <a:buChar char="•"/>
            </a:pPr>
            <a:r>
              <a:rPr lang="en-US" sz="2800"/>
              <a:t> </a:t>
            </a:r>
            <a:r>
              <a:rPr b="1" lang="en-US" sz="2800"/>
              <a:t>class-name</a:t>
            </a:r>
            <a:r>
              <a:rPr i="1" lang="en-US" sz="2800"/>
              <a:t>:</a:t>
            </a:r>
            <a:r>
              <a:rPr lang="en-US" sz="2800"/>
              <a:t> là tên của lớp đối tượng cần định nghĩa toán tử nhập</a:t>
            </a:r>
            <a:endParaRPr/>
          </a:p>
        </p:txBody>
      </p:sp>
      <p:sp>
        <p:nvSpPr>
          <p:cNvPr id="338" name="Google Shape;33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chemeClr val="dk1"/>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Ví dụ</a:t>
            </a:r>
            <a:endParaRPr/>
          </a:p>
        </p:txBody>
      </p:sp>
      <p:sp>
        <p:nvSpPr>
          <p:cNvPr id="344" name="Google Shape;344;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80000"/>
              </a:lnSpc>
              <a:spcBef>
                <a:spcPts val="0"/>
              </a:spcBef>
              <a:spcAft>
                <a:spcPts val="0"/>
              </a:spcAft>
              <a:buClr>
                <a:schemeClr val="dk1"/>
              </a:buClr>
              <a:buSzPct val="100000"/>
              <a:buNone/>
            </a:pPr>
            <a:r>
              <a:rPr lang="en-US" sz="2100"/>
              <a:t>class phanso</a:t>
            </a:r>
            <a:endParaRPr/>
          </a:p>
          <a:p>
            <a:pPr indent="0" lvl="0" marL="0" rtl="0" algn="l">
              <a:lnSpc>
                <a:spcPct val="80000"/>
              </a:lnSpc>
              <a:spcBef>
                <a:spcPts val="1000"/>
              </a:spcBef>
              <a:spcAft>
                <a:spcPts val="0"/>
              </a:spcAft>
              <a:buClr>
                <a:schemeClr val="dk1"/>
              </a:buClr>
              <a:buSzPct val="100000"/>
              <a:buNone/>
            </a:pPr>
            <a:r>
              <a:rPr lang="en-US" sz="2100"/>
              <a:t>{</a:t>
            </a:r>
            <a:endParaRPr/>
          </a:p>
          <a:p>
            <a:pPr indent="0" lvl="0" marL="0" rtl="0" algn="l">
              <a:lnSpc>
                <a:spcPct val="80000"/>
              </a:lnSpc>
              <a:spcBef>
                <a:spcPts val="1000"/>
              </a:spcBef>
              <a:spcAft>
                <a:spcPts val="0"/>
              </a:spcAft>
              <a:buClr>
                <a:schemeClr val="dk1"/>
              </a:buClr>
              <a:buSzPct val="100000"/>
              <a:buNone/>
            </a:pPr>
            <a:r>
              <a:rPr lang="en-US" sz="2100"/>
              <a:t>public:</a:t>
            </a:r>
            <a:endParaRPr/>
          </a:p>
          <a:p>
            <a:pPr indent="0" lvl="0" marL="0" rtl="0" algn="l">
              <a:lnSpc>
                <a:spcPct val="80000"/>
              </a:lnSpc>
              <a:spcBef>
                <a:spcPts val="1000"/>
              </a:spcBef>
              <a:spcAft>
                <a:spcPts val="0"/>
              </a:spcAft>
              <a:buClr>
                <a:schemeClr val="dk1"/>
              </a:buClr>
              <a:buSzPct val="100000"/>
              <a:buNone/>
            </a:pPr>
            <a:r>
              <a:rPr lang="en-US" sz="2100"/>
              <a:t>   int mau, tu;</a:t>
            </a:r>
            <a:endParaRPr/>
          </a:p>
          <a:p>
            <a:pPr indent="0" lvl="0" marL="0" rtl="0" algn="l">
              <a:lnSpc>
                <a:spcPct val="80000"/>
              </a:lnSpc>
              <a:spcBef>
                <a:spcPts val="1000"/>
              </a:spcBef>
              <a:spcAft>
                <a:spcPts val="0"/>
              </a:spcAft>
              <a:buClr>
                <a:schemeClr val="dk1"/>
              </a:buClr>
              <a:buSzPct val="100000"/>
              <a:buNone/>
            </a:pPr>
            <a:r>
              <a:rPr lang="en-US" sz="2100"/>
              <a:t>   ….   </a:t>
            </a:r>
            <a:endParaRPr/>
          </a:p>
          <a:p>
            <a:pPr indent="0" lvl="0" marL="0" rtl="0" algn="l">
              <a:lnSpc>
                <a:spcPct val="80000"/>
              </a:lnSpc>
              <a:spcBef>
                <a:spcPts val="1000"/>
              </a:spcBef>
              <a:spcAft>
                <a:spcPts val="0"/>
              </a:spcAft>
              <a:buClr>
                <a:schemeClr val="dk1"/>
              </a:buClr>
              <a:buSzPct val="100000"/>
              <a:buNone/>
            </a:pPr>
            <a:r>
              <a:rPr lang="en-US" sz="2100"/>
              <a:t>   </a:t>
            </a:r>
            <a:r>
              <a:rPr b="1" lang="en-US" sz="2100"/>
              <a:t>friend istream&amp; operator&gt;&gt;(istream &amp;in, phanso &amp;a);</a:t>
            </a:r>
            <a:endParaRPr/>
          </a:p>
          <a:p>
            <a:pPr indent="0" lvl="0" marL="0" rtl="0" algn="l">
              <a:lnSpc>
                <a:spcPct val="80000"/>
              </a:lnSpc>
              <a:spcBef>
                <a:spcPts val="1000"/>
              </a:spcBef>
              <a:spcAft>
                <a:spcPts val="0"/>
              </a:spcAft>
              <a:buClr>
                <a:schemeClr val="dk1"/>
              </a:buClr>
              <a:buSzPct val="100000"/>
              <a:buNone/>
            </a:pPr>
            <a:r>
              <a:rPr b="1" lang="en-US" sz="2100"/>
              <a:t>   ….</a:t>
            </a:r>
            <a:endParaRPr/>
          </a:p>
          <a:p>
            <a:pPr indent="0" lvl="0" marL="0" rtl="0" algn="l">
              <a:lnSpc>
                <a:spcPct val="80000"/>
              </a:lnSpc>
              <a:spcBef>
                <a:spcPts val="1000"/>
              </a:spcBef>
              <a:spcAft>
                <a:spcPts val="0"/>
              </a:spcAft>
              <a:buClr>
                <a:schemeClr val="dk1"/>
              </a:buClr>
              <a:buSzPct val="100000"/>
              <a:buNone/>
            </a:pPr>
            <a:r>
              <a:rPr lang="en-US" sz="2100"/>
              <a:t>};</a:t>
            </a:r>
            <a:endParaRPr/>
          </a:p>
          <a:p>
            <a:pPr indent="0" lvl="0" marL="0" rtl="0" algn="l">
              <a:lnSpc>
                <a:spcPct val="80000"/>
              </a:lnSpc>
              <a:spcBef>
                <a:spcPts val="1000"/>
              </a:spcBef>
              <a:spcAft>
                <a:spcPts val="0"/>
              </a:spcAft>
              <a:buClr>
                <a:schemeClr val="dk1"/>
              </a:buClr>
              <a:buSzPct val="100000"/>
              <a:buNone/>
            </a:pPr>
            <a:r>
              <a:t/>
            </a:r>
            <a:endParaRPr sz="2100"/>
          </a:p>
          <a:p>
            <a:pPr indent="0" lvl="0" marL="0" rtl="0" algn="l">
              <a:lnSpc>
                <a:spcPct val="80000"/>
              </a:lnSpc>
              <a:spcBef>
                <a:spcPts val="1000"/>
              </a:spcBef>
              <a:spcAft>
                <a:spcPts val="0"/>
              </a:spcAft>
              <a:buClr>
                <a:schemeClr val="dk1"/>
              </a:buClr>
              <a:buSzPct val="100000"/>
              <a:buNone/>
            </a:pPr>
            <a:r>
              <a:rPr b="1" lang="en-US" sz="2100"/>
              <a:t>istream&amp; operator&gt;&gt;(istream &amp;in, phanso &amp;a)</a:t>
            </a:r>
            <a:endParaRPr/>
          </a:p>
          <a:p>
            <a:pPr indent="0" lvl="0" marL="0" rtl="0" algn="l">
              <a:lnSpc>
                <a:spcPct val="80000"/>
              </a:lnSpc>
              <a:spcBef>
                <a:spcPts val="1000"/>
              </a:spcBef>
              <a:spcAft>
                <a:spcPts val="0"/>
              </a:spcAft>
              <a:buClr>
                <a:schemeClr val="dk1"/>
              </a:buClr>
              <a:buSzPct val="100000"/>
              <a:buNone/>
            </a:pPr>
            <a:r>
              <a:rPr b="1" lang="en-US" sz="2100"/>
              <a:t>{</a:t>
            </a:r>
            <a:endParaRPr/>
          </a:p>
          <a:p>
            <a:pPr indent="0" lvl="0" marL="0" rtl="0" algn="l">
              <a:lnSpc>
                <a:spcPct val="80000"/>
              </a:lnSpc>
              <a:spcBef>
                <a:spcPts val="1000"/>
              </a:spcBef>
              <a:spcAft>
                <a:spcPts val="0"/>
              </a:spcAft>
              <a:buClr>
                <a:schemeClr val="dk1"/>
              </a:buClr>
              <a:buSzPct val="100000"/>
              <a:buNone/>
            </a:pPr>
            <a:r>
              <a:rPr b="1" lang="en-US" sz="2100"/>
              <a:t>	cout&lt;&lt;“Nhap tu:”;		in&gt;&gt;a.tu;</a:t>
            </a:r>
            <a:endParaRPr/>
          </a:p>
          <a:p>
            <a:pPr indent="0" lvl="0" marL="0" rtl="0" algn="l">
              <a:lnSpc>
                <a:spcPct val="80000"/>
              </a:lnSpc>
              <a:spcBef>
                <a:spcPts val="1000"/>
              </a:spcBef>
              <a:spcAft>
                <a:spcPts val="0"/>
              </a:spcAft>
              <a:buClr>
                <a:schemeClr val="dk1"/>
              </a:buClr>
              <a:buSzPct val="100000"/>
              <a:buNone/>
            </a:pPr>
            <a:r>
              <a:rPr b="1" lang="en-US" sz="2100"/>
              <a:t>	cout&lt;&lt;“Nhap mau:”; 		in&gt;&gt;a.mau;</a:t>
            </a:r>
            <a:endParaRPr/>
          </a:p>
          <a:p>
            <a:pPr indent="0" lvl="0" marL="0" rtl="0" algn="l">
              <a:lnSpc>
                <a:spcPct val="80000"/>
              </a:lnSpc>
              <a:spcBef>
                <a:spcPts val="1000"/>
              </a:spcBef>
              <a:spcAft>
                <a:spcPts val="0"/>
              </a:spcAft>
              <a:buClr>
                <a:schemeClr val="dk1"/>
              </a:buClr>
              <a:buSzPct val="100000"/>
              <a:buNone/>
            </a:pPr>
            <a:r>
              <a:rPr b="1" lang="en-US" sz="2100"/>
              <a:t>	return in;</a:t>
            </a:r>
            <a:endParaRPr/>
          </a:p>
          <a:p>
            <a:pPr indent="0" lvl="0" marL="0" rtl="0" algn="l">
              <a:lnSpc>
                <a:spcPct val="80000"/>
              </a:lnSpc>
              <a:spcBef>
                <a:spcPts val="1000"/>
              </a:spcBef>
              <a:spcAft>
                <a:spcPts val="0"/>
              </a:spcAft>
              <a:buClr>
                <a:schemeClr val="dk1"/>
              </a:buClr>
              <a:buSzPct val="100000"/>
              <a:buNone/>
            </a:pPr>
            <a:r>
              <a:rPr b="1" lang="en-US" sz="2100"/>
              <a:t>}</a:t>
            </a:r>
            <a:endParaRPr/>
          </a:p>
        </p:txBody>
      </p:sp>
      <p:sp>
        <p:nvSpPr>
          <p:cNvPr id="345" name="Google Shape;34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b="0" i="0" lang="en-US" sz="1200" u="none" cap="none" strike="noStrike">
                <a:solidFill>
                  <a:srgbClr val="300030"/>
                </a:solidFill>
                <a:latin typeface="Arial"/>
                <a:ea typeface="Arial"/>
                <a:cs typeface="Arial"/>
                <a:sym typeface="Arial"/>
              </a:rPr>
              <a:t>‹#›</a:t>
            </a:fld>
            <a:endParaRPr b="0" i="0" sz="1400" u="none" cap="none" strike="noStrike">
              <a:solidFill>
                <a:srgbClr val="30003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0" st="0"/>
                                            </p:txEl>
                                          </p:spTgt>
                                        </p:tgtEl>
                                        <p:attrNameLst>
                                          <p:attrName>style.visibility</p:attrName>
                                        </p:attrNameLst>
                                      </p:cBhvr>
                                      <p:to>
                                        <p:strVal val="visible"/>
                                      </p:to>
                                    </p:set>
                                    <p:animEffect filter="fade" transition="in">
                                      <p:cBhvr>
                                        <p:cTn dur="500"/>
                                        <p:tgtEl>
                                          <p:spTgt spid="34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1" st="1"/>
                                            </p:txEl>
                                          </p:spTgt>
                                        </p:tgtEl>
                                        <p:attrNameLst>
                                          <p:attrName>style.visibility</p:attrName>
                                        </p:attrNameLst>
                                      </p:cBhvr>
                                      <p:to>
                                        <p:strVal val="visible"/>
                                      </p:to>
                                    </p:set>
                                    <p:animEffect filter="fade" transition="in">
                                      <p:cBhvr>
                                        <p:cTn dur="500"/>
                                        <p:tgtEl>
                                          <p:spTgt spid="34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2" st="2"/>
                                            </p:txEl>
                                          </p:spTgt>
                                        </p:tgtEl>
                                        <p:attrNameLst>
                                          <p:attrName>style.visibility</p:attrName>
                                        </p:attrNameLst>
                                      </p:cBhvr>
                                      <p:to>
                                        <p:strVal val="visible"/>
                                      </p:to>
                                    </p:set>
                                    <p:animEffect filter="fade" transition="in">
                                      <p:cBhvr>
                                        <p:cTn dur="500"/>
                                        <p:tgtEl>
                                          <p:spTgt spid="34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3" st="3"/>
                                            </p:txEl>
                                          </p:spTgt>
                                        </p:tgtEl>
                                        <p:attrNameLst>
                                          <p:attrName>style.visibility</p:attrName>
                                        </p:attrNameLst>
                                      </p:cBhvr>
                                      <p:to>
                                        <p:strVal val="visible"/>
                                      </p:to>
                                    </p:set>
                                    <p:animEffect filter="fade" transition="in">
                                      <p:cBhvr>
                                        <p:cTn dur="500"/>
                                        <p:tgtEl>
                                          <p:spTgt spid="34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4" st="4"/>
                                            </p:txEl>
                                          </p:spTgt>
                                        </p:tgtEl>
                                        <p:attrNameLst>
                                          <p:attrName>style.visibility</p:attrName>
                                        </p:attrNameLst>
                                      </p:cBhvr>
                                      <p:to>
                                        <p:strVal val="visible"/>
                                      </p:to>
                                    </p:set>
                                    <p:animEffect filter="fade" transition="in">
                                      <p:cBhvr>
                                        <p:cTn dur="500"/>
                                        <p:tgtEl>
                                          <p:spTgt spid="34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5" st="5"/>
                                            </p:txEl>
                                          </p:spTgt>
                                        </p:tgtEl>
                                        <p:attrNameLst>
                                          <p:attrName>style.visibility</p:attrName>
                                        </p:attrNameLst>
                                      </p:cBhvr>
                                      <p:to>
                                        <p:strVal val="visible"/>
                                      </p:to>
                                    </p:set>
                                    <p:animEffect filter="fade" transition="in">
                                      <p:cBhvr>
                                        <p:cTn dur="500"/>
                                        <p:tgtEl>
                                          <p:spTgt spid="34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6" st="6"/>
                                            </p:txEl>
                                          </p:spTgt>
                                        </p:tgtEl>
                                        <p:attrNameLst>
                                          <p:attrName>style.visibility</p:attrName>
                                        </p:attrNameLst>
                                      </p:cBhvr>
                                      <p:to>
                                        <p:strVal val="visible"/>
                                      </p:to>
                                    </p:set>
                                    <p:animEffect filter="fade" transition="in">
                                      <p:cBhvr>
                                        <p:cTn dur="500"/>
                                        <p:tgtEl>
                                          <p:spTgt spid="34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7" st="7"/>
                                            </p:txEl>
                                          </p:spTgt>
                                        </p:tgtEl>
                                        <p:attrNameLst>
                                          <p:attrName>style.visibility</p:attrName>
                                        </p:attrNameLst>
                                      </p:cBhvr>
                                      <p:to>
                                        <p:strVal val="visible"/>
                                      </p:to>
                                    </p:set>
                                    <p:animEffect filter="fade" transition="in">
                                      <p:cBhvr>
                                        <p:cTn dur="500"/>
                                        <p:tgtEl>
                                          <p:spTgt spid="34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8" st="8"/>
                                            </p:txEl>
                                          </p:spTgt>
                                        </p:tgtEl>
                                        <p:attrNameLst>
                                          <p:attrName>style.visibility</p:attrName>
                                        </p:attrNameLst>
                                      </p:cBhvr>
                                      <p:to>
                                        <p:strVal val="visible"/>
                                      </p:to>
                                    </p:set>
                                    <p:animEffect filter="fade" transition="in">
                                      <p:cBhvr>
                                        <p:cTn dur="500"/>
                                        <p:tgtEl>
                                          <p:spTgt spid="34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9" st="9"/>
                                            </p:txEl>
                                          </p:spTgt>
                                        </p:tgtEl>
                                        <p:attrNameLst>
                                          <p:attrName>style.visibility</p:attrName>
                                        </p:attrNameLst>
                                      </p:cBhvr>
                                      <p:to>
                                        <p:strVal val="visible"/>
                                      </p:to>
                                    </p:set>
                                    <p:animEffect filter="fade" transition="in">
                                      <p:cBhvr>
                                        <p:cTn dur="500"/>
                                        <p:tgtEl>
                                          <p:spTgt spid="34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10" st="10"/>
                                            </p:txEl>
                                          </p:spTgt>
                                        </p:tgtEl>
                                        <p:attrNameLst>
                                          <p:attrName>style.visibility</p:attrName>
                                        </p:attrNameLst>
                                      </p:cBhvr>
                                      <p:to>
                                        <p:strVal val="visible"/>
                                      </p:to>
                                    </p:set>
                                    <p:animEffect filter="fade" transition="in">
                                      <p:cBhvr>
                                        <p:cTn dur="500"/>
                                        <p:tgtEl>
                                          <p:spTgt spid="34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11" st="11"/>
                                            </p:txEl>
                                          </p:spTgt>
                                        </p:tgtEl>
                                        <p:attrNameLst>
                                          <p:attrName>style.visibility</p:attrName>
                                        </p:attrNameLst>
                                      </p:cBhvr>
                                      <p:to>
                                        <p:strVal val="visible"/>
                                      </p:to>
                                    </p:set>
                                    <p:animEffect filter="fade" transition="in">
                                      <p:cBhvr>
                                        <p:cTn dur="500"/>
                                        <p:tgtEl>
                                          <p:spTgt spid="34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12" st="12"/>
                                            </p:txEl>
                                          </p:spTgt>
                                        </p:tgtEl>
                                        <p:attrNameLst>
                                          <p:attrName>style.visibility</p:attrName>
                                        </p:attrNameLst>
                                      </p:cBhvr>
                                      <p:to>
                                        <p:strVal val="visible"/>
                                      </p:to>
                                    </p:set>
                                    <p:animEffect filter="fade" transition="in">
                                      <p:cBhvr>
                                        <p:cTn dur="500"/>
                                        <p:tgtEl>
                                          <p:spTgt spid="34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13" st="13"/>
                                            </p:txEl>
                                          </p:spTgt>
                                        </p:tgtEl>
                                        <p:attrNameLst>
                                          <p:attrName>style.visibility</p:attrName>
                                        </p:attrNameLst>
                                      </p:cBhvr>
                                      <p:to>
                                        <p:strVal val="visible"/>
                                      </p:to>
                                    </p:set>
                                    <p:animEffect filter="fade" transition="in">
                                      <p:cBhvr>
                                        <p:cTn dur="500"/>
                                        <p:tgtEl>
                                          <p:spTgt spid="344">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14" st="14"/>
                                            </p:txEl>
                                          </p:spTgt>
                                        </p:tgtEl>
                                        <p:attrNameLst>
                                          <p:attrName>style.visibility</p:attrName>
                                        </p:attrNameLst>
                                      </p:cBhvr>
                                      <p:to>
                                        <p:strVal val="visible"/>
                                      </p:to>
                                    </p:set>
                                    <p:animEffect filter="fade" transition="in">
                                      <p:cBhvr>
                                        <p:cTn dur="500"/>
                                        <p:tgtEl>
                                          <p:spTgt spid="344">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9" name="Shape 349"/>
        <p:cNvGrpSpPr/>
        <p:nvPr/>
      </p:nvGrpSpPr>
      <p:grpSpPr>
        <a:xfrm>
          <a:off x="0" y="0"/>
          <a:ext cx="0" cy="0"/>
          <a:chOff x="0" y="0"/>
          <a:chExt cx="0" cy="0"/>
        </a:xfrm>
      </p:grpSpPr>
      <p:sp>
        <p:nvSpPr>
          <p:cNvPr id="350" name="Google Shape;350;p17"/>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1" name="Google Shape;351;p17"/>
          <p:cNvSpPr/>
          <p:nvPr/>
        </p:nvSpPr>
        <p:spPr>
          <a:xfrm>
            <a:off x="0" y="0"/>
            <a:ext cx="12192000" cy="2347414"/>
          </a:xfrm>
          <a:custGeom>
            <a:rect b="b" l="l" r="r" t="t"/>
            <a:pathLst>
              <a:path extrusionOk="0" h="2347414" w="12192000">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7"/>
          <p:cNvSpPr txBox="1"/>
          <p:nvPr>
            <p:ph type="title"/>
          </p:nvPr>
        </p:nvSpPr>
        <p:spPr>
          <a:xfrm>
            <a:off x="838200" y="401221"/>
            <a:ext cx="10515600" cy="134806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5400"/>
              <a:buFont typeface="Calibri"/>
              <a:buNone/>
            </a:pPr>
            <a:r>
              <a:rPr lang="en-US" sz="5400">
                <a:solidFill>
                  <a:srgbClr val="FFFFFF"/>
                </a:solidFill>
              </a:rPr>
              <a:t>Bài tập áp dụng</a:t>
            </a:r>
            <a:endParaRPr/>
          </a:p>
        </p:txBody>
      </p:sp>
      <p:sp>
        <p:nvSpPr>
          <p:cNvPr id="353" name="Google Shape;353;p17"/>
          <p:cNvSpPr txBox="1"/>
          <p:nvPr>
            <p:ph idx="1" type="body"/>
          </p:nvPr>
        </p:nvSpPr>
        <p:spPr>
          <a:xfrm>
            <a:off x="838200" y="2586789"/>
            <a:ext cx="10515600" cy="359017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Viết chương trình xây dựng lớp số phức, với các yêu cầu sau:</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 Định nghĩa toán tử nhập &gt;&gt; và xuất &lt;&lt;</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 Định nghĩa toán tử +, - để cộng, trừ hai số phức</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 Định nghĩa toán tử *, / để nhân, chia hai số phức (hàm bạn)</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 Định nghĩa toán tử == để so sánh hai số phức (hàm bạn)</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 Áp dụng nhập vào hai số phức và in ra màn hình các kết quả</a:t>
            </a:r>
            <a:endParaRPr/>
          </a:p>
        </p:txBody>
      </p:sp>
      <p:sp>
        <p:nvSpPr>
          <p:cNvPr id="354" name="Google Shape;35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just">
              <a:lnSpc>
                <a:spcPct val="90000"/>
              </a:lnSpc>
              <a:spcBef>
                <a:spcPts val="0"/>
              </a:spcBef>
              <a:spcAft>
                <a:spcPts val="0"/>
              </a:spcAft>
              <a:buClr>
                <a:schemeClr val="dk1"/>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Toán tử chuyển đổi kiểu</a:t>
            </a:r>
            <a:endParaRPr/>
          </a:p>
        </p:txBody>
      </p:sp>
      <p:sp>
        <p:nvSpPr>
          <p:cNvPr id="360" name="Google Shape;360;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3838" lvl="0" marL="223838" rtl="0" algn="just">
              <a:lnSpc>
                <a:spcPct val="90000"/>
              </a:lnSpc>
              <a:spcBef>
                <a:spcPts val="0"/>
              </a:spcBef>
              <a:spcAft>
                <a:spcPts val="0"/>
              </a:spcAft>
              <a:buClr>
                <a:schemeClr val="dk1"/>
              </a:buClr>
              <a:buSzPts val="3200"/>
              <a:buChar char="•"/>
            </a:pPr>
            <a:r>
              <a:rPr lang="en-US" sz="3200"/>
              <a:t> Toán tử chuyển đổi kiểu được dùng để chuyển đổi một đối tượng của lớp thành đối tượng lớp khác hoặc thành đối tượng của một kiểu dữ liệu đã có sẵn</a:t>
            </a:r>
            <a:endParaRPr/>
          </a:p>
          <a:p>
            <a:pPr indent="-223838" lvl="0" marL="223838" rtl="0" algn="just">
              <a:lnSpc>
                <a:spcPct val="90000"/>
              </a:lnSpc>
              <a:spcBef>
                <a:spcPts val="1000"/>
              </a:spcBef>
              <a:spcAft>
                <a:spcPts val="0"/>
              </a:spcAft>
              <a:buClr>
                <a:schemeClr val="dk1"/>
              </a:buClr>
              <a:buSzPts val="3200"/>
              <a:buChar char="•"/>
            </a:pPr>
            <a:r>
              <a:rPr lang="en-US" sz="3200"/>
              <a:t> Hàm chuyển đổi kiểu phải là hàm thành viên không tĩnh (</a:t>
            </a:r>
            <a:r>
              <a:rPr i="1" lang="en-US" sz="3200"/>
              <a:t>không static)</a:t>
            </a:r>
            <a:r>
              <a:rPr lang="en-US" sz="3200"/>
              <a:t> và không hàm bạn (friend)</a:t>
            </a:r>
            <a:endParaRPr/>
          </a:p>
        </p:txBody>
      </p:sp>
      <p:sp>
        <p:nvSpPr>
          <p:cNvPr id="361" name="Google Shape;36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0" st="0"/>
                                            </p:txEl>
                                          </p:spTgt>
                                        </p:tgtEl>
                                        <p:attrNameLst>
                                          <p:attrName>style.visibility</p:attrName>
                                        </p:attrNameLst>
                                      </p:cBhvr>
                                      <p:to>
                                        <p:strVal val="visible"/>
                                      </p:to>
                                    </p:set>
                                    <p:animEffect filter="fade" transition="in">
                                      <p:cBhvr>
                                        <p:cTn dur="2000"/>
                                        <p:tgtEl>
                                          <p:spTgt spid="3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1" st="1"/>
                                            </p:txEl>
                                          </p:spTgt>
                                        </p:tgtEl>
                                        <p:attrNameLst>
                                          <p:attrName>style.visibility</p:attrName>
                                        </p:attrNameLst>
                                      </p:cBhvr>
                                      <p:to>
                                        <p:strVal val="visible"/>
                                      </p:to>
                                    </p:set>
                                    <p:animEffect filter="fade" transition="in">
                                      <p:cBhvr>
                                        <p:cTn dur="2000"/>
                                        <p:tgtEl>
                                          <p:spTgt spid="36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Toán tử chuyển đổi kiểu</a:t>
            </a:r>
            <a:endParaRPr/>
          </a:p>
        </p:txBody>
      </p:sp>
      <p:sp>
        <p:nvSpPr>
          <p:cNvPr id="367" name="Google Shape;36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3838" rtl="0" algn="l">
              <a:lnSpc>
                <a:spcPct val="90000"/>
              </a:lnSpc>
              <a:spcBef>
                <a:spcPts val="0"/>
              </a:spcBef>
              <a:spcAft>
                <a:spcPts val="0"/>
              </a:spcAft>
              <a:buClr>
                <a:schemeClr val="dk1"/>
              </a:buClr>
              <a:buSzPts val="3600"/>
              <a:buChar char="•"/>
            </a:pPr>
            <a:r>
              <a:rPr lang="en-US" sz="3600"/>
              <a:t>cú pháp: </a:t>
            </a:r>
            <a:endParaRPr/>
          </a:p>
          <a:p>
            <a:pPr indent="-165099" lvl="1" marL="503238" rtl="0" algn="l">
              <a:lnSpc>
                <a:spcPct val="90000"/>
              </a:lnSpc>
              <a:spcBef>
                <a:spcPts val="500"/>
              </a:spcBef>
              <a:spcAft>
                <a:spcPts val="0"/>
              </a:spcAft>
              <a:buClr>
                <a:schemeClr val="dk1"/>
              </a:buClr>
              <a:buSzPts val="4000"/>
              <a:buNone/>
            </a:pPr>
            <a:r>
              <a:rPr b="1" lang="en-US" sz="4000"/>
              <a:t>		operator   &lt;</a:t>
            </a:r>
            <a:r>
              <a:rPr i="1" lang="en-US" sz="4000"/>
              <a:t>kiểu-cần-chuyển</a:t>
            </a:r>
            <a:r>
              <a:rPr lang="en-US" sz="4000"/>
              <a:t>&gt;();</a:t>
            </a:r>
            <a:endParaRPr/>
          </a:p>
          <a:p>
            <a:pPr indent="-228600" lvl="0" marL="223838" rtl="0" algn="l">
              <a:lnSpc>
                <a:spcPct val="90000"/>
              </a:lnSpc>
              <a:spcBef>
                <a:spcPts val="1000"/>
              </a:spcBef>
              <a:spcAft>
                <a:spcPts val="0"/>
              </a:spcAft>
              <a:buClr>
                <a:schemeClr val="dk1"/>
              </a:buClr>
              <a:buSzPts val="3600"/>
              <a:buChar char="•"/>
            </a:pPr>
            <a:r>
              <a:rPr lang="en-US" sz="3600"/>
              <a:t> ví dụ:</a:t>
            </a:r>
            <a:endParaRPr/>
          </a:p>
          <a:p>
            <a:pPr indent="-165099" lvl="1" marL="503238" rtl="0" algn="l">
              <a:lnSpc>
                <a:spcPct val="90000"/>
              </a:lnSpc>
              <a:spcBef>
                <a:spcPts val="500"/>
              </a:spcBef>
              <a:spcAft>
                <a:spcPts val="0"/>
              </a:spcAft>
              <a:buClr>
                <a:schemeClr val="dk1"/>
              </a:buClr>
              <a:buSzPts val="3200"/>
              <a:buNone/>
            </a:pPr>
            <a:r>
              <a:rPr b="1" lang="en-US" sz="3200"/>
              <a:t>class </a:t>
            </a:r>
            <a:r>
              <a:rPr lang="en-US" sz="3200"/>
              <a:t>date </a:t>
            </a:r>
            <a:endParaRPr/>
          </a:p>
          <a:p>
            <a:pPr indent="-165099" lvl="1" marL="503238" rtl="0" algn="l">
              <a:lnSpc>
                <a:spcPct val="90000"/>
              </a:lnSpc>
              <a:spcBef>
                <a:spcPts val="500"/>
              </a:spcBef>
              <a:spcAft>
                <a:spcPts val="0"/>
              </a:spcAft>
              <a:buClr>
                <a:schemeClr val="dk1"/>
              </a:buClr>
              <a:buSzPts val="3200"/>
              <a:buNone/>
            </a:pPr>
            <a:r>
              <a:rPr lang="en-US" sz="3200"/>
              <a:t>{ ….</a:t>
            </a:r>
            <a:endParaRPr b="1" sz="3200"/>
          </a:p>
          <a:p>
            <a:pPr indent="-165099" lvl="1" marL="503238" rtl="0" algn="l">
              <a:lnSpc>
                <a:spcPct val="90000"/>
              </a:lnSpc>
              <a:spcBef>
                <a:spcPts val="500"/>
              </a:spcBef>
              <a:spcAft>
                <a:spcPts val="0"/>
              </a:spcAft>
              <a:buClr>
                <a:schemeClr val="dk1"/>
              </a:buClr>
              <a:buSzPts val="3200"/>
              <a:buNone/>
            </a:pPr>
            <a:r>
              <a:rPr lang="en-US" sz="3200"/>
              <a:t>   public:  </a:t>
            </a:r>
            <a:endParaRPr/>
          </a:p>
          <a:p>
            <a:pPr indent="-165099" lvl="1" marL="503238" rtl="0" algn="l">
              <a:lnSpc>
                <a:spcPct val="90000"/>
              </a:lnSpc>
              <a:spcBef>
                <a:spcPts val="500"/>
              </a:spcBef>
              <a:spcAft>
                <a:spcPts val="0"/>
              </a:spcAft>
              <a:buClr>
                <a:schemeClr val="dk1"/>
              </a:buClr>
              <a:buSzPts val="3200"/>
              <a:buNone/>
            </a:pPr>
            <a:r>
              <a:rPr b="1" lang="en-US" sz="3200"/>
              <a:t>		operator  int()</a:t>
            </a:r>
            <a:r>
              <a:rPr lang="en-US" sz="3200"/>
              <a:t>;	 </a:t>
            </a:r>
            <a:r>
              <a:rPr lang="en-US"/>
              <a:t>//</a:t>
            </a:r>
            <a:r>
              <a:rPr i="1" lang="en-US"/>
              <a:t>chuyển kiểu date về kiểu int</a:t>
            </a:r>
            <a:endParaRPr/>
          </a:p>
          <a:p>
            <a:pPr indent="-165099" lvl="1" marL="503238" rtl="0" algn="l">
              <a:lnSpc>
                <a:spcPct val="90000"/>
              </a:lnSpc>
              <a:spcBef>
                <a:spcPts val="500"/>
              </a:spcBef>
              <a:spcAft>
                <a:spcPts val="0"/>
              </a:spcAft>
              <a:buClr>
                <a:schemeClr val="dk1"/>
              </a:buClr>
              <a:buSzPts val="3200"/>
              <a:buNone/>
            </a:pPr>
            <a:r>
              <a:rPr lang="en-US" sz="3200"/>
              <a:t>};</a:t>
            </a:r>
            <a:endParaRPr/>
          </a:p>
        </p:txBody>
      </p:sp>
      <p:sp>
        <p:nvSpPr>
          <p:cNvPr id="368" name="Google Shape;36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0" st="0"/>
                                            </p:txEl>
                                          </p:spTgt>
                                        </p:tgtEl>
                                        <p:attrNameLst>
                                          <p:attrName>style.visibility</p:attrName>
                                        </p:attrNameLst>
                                      </p:cBhvr>
                                      <p:to>
                                        <p:strVal val="visible"/>
                                      </p:to>
                                    </p:set>
                                    <p:animEffect filter="fade" transition="in">
                                      <p:cBhvr>
                                        <p:cTn dur="2000"/>
                                        <p:tgtEl>
                                          <p:spTgt spid="3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1" st="1"/>
                                            </p:txEl>
                                          </p:spTgt>
                                        </p:tgtEl>
                                        <p:attrNameLst>
                                          <p:attrName>style.visibility</p:attrName>
                                        </p:attrNameLst>
                                      </p:cBhvr>
                                      <p:to>
                                        <p:strVal val="visible"/>
                                      </p:to>
                                    </p:set>
                                    <p:animEffect filter="fade" transition="in">
                                      <p:cBhvr>
                                        <p:cTn dur="2000"/>
                                        <p:tgtEl>
                                          <p:spTgt spid="3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2" st="2"/>
                                            </p:txEl>
                                          </p:spTgt>
                                        </p:tgtEl>
                                        <p:attrNameLst>
                                          <p:attrName>style.visibility</p:attrName>
                                        </p:attrNameLst>
                                      </p:cBhvr>
                                      <p:to>
                                        <p:strVal val="visible"/>
                                      </p:to>
                                    </p:set>
                                    <p:animEffect filter="fade" transition="in">
                                      <p:cBhvr>
                                        <p:cTn dur="2000"/>
                                        <p:tgtEl>
                                          <p:spTgt spid="3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3" st="3"/>
                                            </p:txEl>
                                          </p:spTgt>
                                        </p:tgtEl>
                                        <p:attrNameLst>
                                          <p:attrName>style.visibility</p:attrName>
                                        </p:attrNameLst>
                                      </p:cBhvr>
                                      <p:to>
                                        <p:strVal val="visible"/>
                                      </p:to>
                                    </p:set>
                                    <p:animEffect filter="fade" transition="in">
                                      <p:cBhvr>
                                        <p:cTn dur="2000"/>
                                        <p:tgtEl>
                                          <p:spTgt spid="3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4" st="4"/>
                                            </p:txEl>
                                          </p:spTgt>
                                        </p:tgtEl>
                                        <p:attrNameLst>
                                          <p:attrName>style.visibility</p:attrName>
                                        </p:attrNameLst>
                                      </p:cBhvr>
                                      <p:to>
                                        <p:strVal val="visible"/>
                                      </p:to>
                                    </p:set>
                                    <p:animEffect filter="fade" transition="in">
                                      <p:cBhvr>
                                        <p:cTn dur="2000"/>
                                        <p:tgtEl>
                                          <p:spTgt spid="3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5" st="5"/>
                                            </p:txEl>
                                          </p:spTgt>
                                        </p:tgtEl>
                                        <p:attrNameLst>
                                          <p:attrName>style.visibility</p:attrName>
                                        </p:attrNameLst>
                                      </p:cBhvr>
                                      <p:to>
                                        <p:strVal val="visible"/>
                                      </p:to>
                                    </p:set>
                                    <p:animEffect filter="fade" transition="in">
                                      <p:cBhvr>
                                        <p:cTn dur="2000"/>
                                        <p:tgtEl>
                                          <p:spTgt spid="3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6" st="6"/>
                                            </p:txEl>
                                          </p:spTgt>
                                        </p:tgtEl>
                                        <p:attrNameLst>
                                          <p:attrName>style.visibility</p:attrName>
                                        </p:attrNameLst>
                                      </p:cBhvr>
                                      <p:to>
                                        <p:strVal val="visible"/>
                                      </p:to>
                                    </p:set>
                                    <p:animEffect filter="fade" transition="in">
                                      <p:cBhvr>
                                        <p:cTn dur="2000"/>
                                        <p:tgtEl>
                                          <p:spTgt spid="3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7" st="7"/>
                                            </p:txEl>
                                          </p:spTgt>
                                        </p:tgtEl>
                                        <p:attrNameLst>
                                          <p:attrName>style.visibility</p:attrName>
                                        </p:attrNameLst>
                                      </p:cBhvr>
                                      <p:to>
                                        <p:strVal val="visible"/>
                                      </p:to>
                                    </p:set>
                                    <p:animEffect filter="fade" transition="in">
                                      <p:cBhvr>
                                        <p:cTn dur="2000"/>
                                        <p:tgtEl>
                                          <p:spTgt spid="367">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Ví dụ</a:t>
            </a:r>
            <a:endParaRPr/>
          </a:p>
        </p:txBody>
      </p:sp>
      <p:sp>
        <p:nvSpPr>
          <p:cNvPr id="374" name="Google Shape;374;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3838" lvl="0" marL="223838" rtl="0" algn="l">
              <a:lnSpc>
                <a:spcPct val="90000"/>
              </a:lnSpc>
              <a:spcBef>
                <a:spcPts val="0"/>
              </a:spcBef>
              <a:spcAft>
                <a:spcPts val="0"/>
              </a:spcAft>
              <a:buClr>
                <a:schemeClr val="dk1"/>
              </a:buClr>
              <a:buSzPts val="2800"/>
              <a:buNone/>
            </a:pPr>
            <a:r>
              <a:rPr lang="en-US"/>
              <a:t>Xây dựng lớp Date. Yêu cầu:</a:t>
            </a:r>
            <a:endParaRPr/>
          </a:p>
          <a:p>
            <a:pPr indent="-223838" lvl="0" marL="223838" rtl="0" algn="l">
              <a:lnSpc>
                <a:spcPct val="90000"/>
              </a:lnSpc>
              <a:spcBef>
                <a:spcPts val="1000"/>
              </a:spcBef>
              <a:spcAft>
                <a:spcPts val="0"/>
              </a:spcAft>
              <a:buClr>
                <a:schemeClr val="dk1"/>
              </a:buClr>
              <a:buSzPts val="2800"/>
              <a:buFont typeface="Calibri"/>
              <a:buChar char="-"/>
            </a:pPr>
            <a:r>
              <a:rPr lang="en-US"/>
              <a:t>Định nghĩa hàm toán tử nhập và xuất</a:t>
            </a:r>
            <a:endParaRPr/>
          </a:p>
          <a:p>
            <a:pPr indent="-223838" lvl="0" marL="223838" rtl="0" algn="l">
              <a:lnSpc>
                <a:spcPct val="90000"/>
              </a:lnSpc>
              <a:spcBef>
                <a:spcPts val="1000"/>
              </a:spcBef>
              <a:spcAft>
                <a:spcPts val="0"/>
              </a:spcAft>
              <a:buClr>
                <a:schemeClr val="dk1"/>
              </a:buClr>
              <a:buSzPts val="2800"/>
              <a:buFont typeface="Calibri"/>
              <a:buChar char="-"/>
            </a:pPr>
            <a:r>
              <a:rPr lang="en-US"/>
              <a:t>Định nghĩa toán tử chuyển đổi để chuyển một giá trị Date thành kiểu số nguyên</a:t>
            </a:r>
            <a:endParaRPr/>
          </a:p>
          <a:p>
            <a:pPr indent="-223838" lvl="0" marL="223838" rtl="0" algn="l">
              <a:lnSpc>
                <a:spcPct val="90000"/>
              </a:lnSpc>
              <a:spcBef>
                <a:spcPts val="1000"/>
              </a:spcBef>
              <a:spcAft>
                <a:spcPts val="0"/>
              </a:spcAft>
              <a:buClr>
                <a:schemeClr val="dk1"/>
              </a:buClr>
              <a:buSzPts val="2800"/>
              <a:buFont typeface="Calibri"/>
              <a:buChar char="-"/>
            </a:pPr>
            <a:r>
              <a:rPr lang="en-US"/>
              <a:t>Áp dụng nhập vào một ngày bất kỳ và in ra số nguyên tương ứng của ngày đó</a:t>
            </a:r>
            <a:endParaRPr/>
          </a:p>
        </p:txBody>
      </p:sp>
      <p:sp>
        <p:nvSpPr>
          <p:cNvPr id="375" name="Google Shape;37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Ví dụ</a:t>
            </a:r>
            <a:endParaRPr/>
          </a:p>
        </p:txBody>
      </p:sp>
      <p:sp>
        <p:nvSpPr>
          <p:cNvPr id="381" name="Google Shape;38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3838" lvl="0" marL="223838" rtl="0" algn="l">
              <a:lnSpc>
                <a:spcPct val="80000"/>
              </a:lnSpc>
              <a:spcBef>
                <a:spcPts val="0"/>
              </a:spcBef>
              <a:spcAft>
                <a:spcPts val="0"/>
              </a:spcAft>
              <a:buClr>
                <a:schemeClr val="dk1"/>
              </a:buClr>
              <a:buSzPct val="100000"/>
              <a:buNone/>
            </a:pPr>
            <a:r>
              <a:rPr lang="en-US" sz="2100">
                <a:latin typeface="Courier New"/>
                <a:ea typeface="Courier New"/>
                <a:cs typeface="Courier New"/>
                <a:sym typeface="Courier New"/>
              </a:rPr>
              <a:t>//Dinh nghia kieu du lieu moi co ten la String</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typedef char *string;			</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//Dinh nghia mang chua so ngay </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int ngay[13]={0,31,28,31,30,31,30,31,31,30,31,30,31};</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//Mo ta lop</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class N_Date</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	int d,m,y;	//Ngay - Thang - Nam</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public:</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	//Toan tu chuyen doi kieu, </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	operator int();		</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	//Dinh nghia phuogn thuc nhap va xuat</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	friend ostream&amp; operator&lt;&lt;(ostream &amp;out, N_Date x);</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	friend istream&amp; operator&gt;&gt;(istream &amp;in, N_Date &amp;x);</a:t>
            </a:r>
            <a:endParaRPr/>
          </a:p>
          <a:p>
            <a:pPr indent="-223838" lvl="0" marL="223838" rtl="0" algn="l">
              <a:lnSpc>
                <a:spcPct val="80000"/>
              </a:lnSpc>
              <a:spcBef>
                <a:spcPts val="1000"/>
              </a:spcBef>
              <a:spcAft>
                <a:spcPts val="0"/>
              </a:spcAft>
              <a:buClr>
                <a:schemeClr val="dk1"/>
              </a:buClr>
              <a:buSzPct val="100000"/>
              <a:buNone/>
            </a:pPr>
            <a:r>
              <a:rPr lang="en-US" sz="2100">
                <a:latin typeface="Courier New"/>
                <a:ea typeface="Courier New"/>
                <a:cs typeface="Courier New"/>
                <a:sym typeface="Courier New"/>
              </a:rPr>
              <a:t>};</a:t>
            </a:r>
            <a:endParaRPr/>
          </a:p>
        </p:txBody>
      </p:sp>
      <p:sp>
        <p:nvSpPr>
          <p:cNvPr id="382" name="Google Shape;38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Ví dụ</a:t>
            </a:r>
            <a:endParaRPr/>
          </a:p>
        </p:txBody>
      </p:sp>
      <p:sp>
        <p:nvSpPr>
          <p:cNvPr id="388" name="Google Shape;388;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3838" lvl="0" marL="223838" rtl="0" algn="l">
              <a:lnSpc>
                <a:spcPct val="80000"/>
              </a:lnSpc>
              <a:spcBef>
                <a:spcPts val="0"/>
              </a:spcBef>
              <a:spcAft>
                <a:spcPts val="0"/>
              </a:spcAft>
              <a:buClr>
                <a:schemeClr val="dk1"/>
              </a:buClr>
              <a:buSzPts val="2600"/>
              <a:buNone/>
            </a:pPr>
            <a:r>
              <a:rPr lang="en-US" sz="2600">
                <a:latin typeface="Courier New"/>
                <a:ea typeface="Courier New"/>
                <a:cs typeface="Courier New"/>
                <a:sym typeface="Courier New"/>
              </a:rPr>
              <a:t>istream&amp; operator&gt;&gt;(istream &amp;in, N_Date &amp;x)</a:t>
            </a:r>
            <a:endParaRPr/>
          </a:p>
          <a:p>
            <a:pPr indent="-223838" lvl="0" marL="223838" rtl="0" algn="l">
              <a:lnSpc>
                <a:spcPct val="80000"/>
              </a:lnSpc>
              <a:spcBef>
                <a:spcPts val="1000"/>
              </a:spcBef>
              <a:spcAft>
                <a:spcPts val="0"/>
              </a:spcAft>
              <a:buClr>
                <a:schemeClr val="dk1"/>
              </a:buClr>
              <a:buSzPts val="2600"/>
              <a:buNone/>
            </a:pPr>
            <a:r>
              <a:rPr lang="en-US" sz="2600">
                <a:latin typeface="Courier New"/>
                <a:ea typeface="Courier New"/>
                <a:cs typeface="Courier New"/>
                <a:sym typeface="Courier New"/>
              </a:rPr>
              <a:t>{</a:t>
            </a:r>
            <a:endParaRPr/>
          </a:p>
          <a:p>
            <a:pPr indent="-165099" lvl="1" marL="503238" rtl="0" algn="l">
              <a:lnSpc>
                <a:spcPct val="80000"/>
              </a:lnSpc>
              <a:spcBef>
                <a:spcPts val="500"/>
              </a:spcBef>
              <a:spcAft>
                <a:spcPts val="0"/>
              </a:spcAft>
              <a:buClr>
                <a:schemeClr val="dk1"/>
              </a:buClr>
              <a:buSzPts val="2200"/>
              <a:buNone/>
            </a:pPr>
            <a:r>
              <a:rPr lang="en-US" sz="2200">
                <a:latin typeface="Courier New"/>
                <a:ea typeface="Courier New"/>
                <a:cs typeface="Courier New"/>
                <a:sym typeface="Courier New"/>
              </a:rPr>
              <a:t>	</a:t>
            </a:r>
            <a:r>
              <a:rPr lang="en-US" sz="2600">
                <a:latin typeface="Courier New"/>
                <a:ea typeface="Courier New"/>
                <a:cs typeface="Courier New"/>
                <a:sym typeface="Courier New"/>
              </a:rPr>
              <a:t>cout&lt;&lt;"Ngay:";	in&gt;&gt;x.d;</a:t>
            </a:r>
            <a:endParaRPr/>
          </a:p>
          <a:p>
            <a:pPr indent="-165099" lvl="1" marL="503238" rtl="0" algn="l">
              <a:lnSpc>
                <a:spcPct val="80000"/>
              </a:lnSpc>
              <a:spcBef>
                <a:spcPts val="500"/>
              </a:spcBef>
              <a:spcAft>
                <a:spcPts val="0"/>
              </a:spcAft>
              <a:buClr>
                <a:schemeClr val="dk1"/>
              </a:buClr>
              <a:buSzPts val="2600"/>
              <a:buNone/>
            </a:pPr>
            <a:r>
              <a:rPr lang="en-US" sz="2600">
                <a:latin typeface="Courier New"/>
                <a:ea typeface="Courier New"/>
                <a:cs typeface="Courier New"/>
                <a:sym typeface="Courier New"/>
              </a:rPr>
              <a:t>	cout&lt;&lt;"Thang:"; in&gt;&gt;x.m;</a:t>
            </a:r>
            <a:endParaRPr/>
          </a:p>
          <a:p>
            <a:pPr indent="-165099" lvl="1" marL="503238" rtl="0" algn="l">
              <a:lnSpc>
                <a:spcPct val="80000"/>
              </a:lnSpc>
              <a:spcBef>
                <a:spcPts val="500"/>
              </a:spcBef>
              <a:spcAft>
                <a:spcPts val="0"/>
              </a:spcAft>
              <a:buClr>
                <a:schemeClr val="dk1"/>
              </a:buClr>
              <a:buSzPts val="2600"/>
              <a:buNone/>
            </a:pPr>
            <a:r>
              <a:rPr lang="en-US" sz="2600">
                <a:latin typeface="Courier New"/>
                <a:ea typeface="Courier New"/>
                <a:cs typeface="Courier New"/>
                <a:sym typeface="Courier New"/>
              </a:rPr>
              <a:t>	cout&lt;&lt;"Nam:"; 	in&gt;&gt;x.y;</a:t>
            </a:r>
            <a:endParaRPr/>
          </a:p>
          <a:p>
            <a:pPr indent="-165099" lvl="1" marL="503238" rtl="0" algn="l">
              <a:lnSpc>
                <a:spcPct val="80000"/>
              </a:lnSpc>
              <a:spcBef>
                <a:spcPts val="500"/>
              </a:spcBef>
              <a:spcAft>
                <a:spcPts val="0"/>
              </a:spcAft>
              <a:buClr>
                <a:schemeClr val="dk1"/>
              </a:buClr>
              <a:buSzPts val="2600"/>
              <a:buNone/>
            </a:pPr>
            <a:r>
              <a:rPr lang="en-US" sz="2600">
                <a:latin typeface="Courier New"/>
                <a:ea typeface="Courier New"/>
                <a:cs typeface="Courier New"/>
                <a:sym typeface="Courier New"/>
              </a:rPr>
              <a:t>	return in;</a:t>
            </a:r>
            <a:endParaRPr/>
          </a:p>
          <a:p>
            <a:pPr indent="-223838" lvl="0" marL="223838" rtl="0" algn="l">
              <a:lnSpc>
                <a:spcPct val="80000"/>
              </a:lnSpc>
              <a:spcBef>
                <a:spcPts val="1000"/>
              </a:spcBef>
              <a:spcAft>
                <a:spcPts val="0"/>
              </a:spcAft>
              <a:buClr>
                <a:schemeClr val="dk1"/>
              </a:buClr>
              <a:buSzPts val="2600"/>
              <a:buNone/>
            </a:pPr>
            <a:r>
              <a:rPr lang="en-US" sz="2600">
                <a:latin typeface="Courier New"/>
                <a:ea typeface="Courier New"/>
                <a:cs typeface="Courier New"/>
                <a:sym typeface="Courier New"/>
              </a:rPr>
              <a:t>}</a:t>
            </a:r>
            <a:endParaRPr/>
          </a:p>
        </p:txBody>
      </p:sp>
      <p:sp>
        <p:nvSpPr>
          <p:cNvPr id="389" name="Google Shape;38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CSE 224 - Nạp chồng toán tử</a:t>
            </a:r>
            <a:endParaRPr/>
          </a:p>
        </p:txBody>
      </p:sp>
      <p:sp>
        <p:nvSpPr>
          <p:cNvPr id="390" name="Google Shape;39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Ví dụ</a:t>
            </a:r>
            <a:endParaRPr/>
          </a:p>
        </p:txBody>
      </p:sp>
      <p:sp>
        <p:nvSpPr>
          <p:cNvPr id="396" name="Google Shape;396;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3838" lvl="0" marL="223838" rtl="0" algn="l">
              <a:lnSpc>
                <a:spcPct val="80000"/>
              </a:lnSpc>
              <a:spcBef>
                <a:spcPts val="0"/>
              </a:spcBef>
              <a:spcAft>
                <a:spcPts val="0"/>
              </a:spcAft>
              <a:buClr>
                <a:schemeClr val="dk1"/>
              </a:buClr>
              <a:buSzPts val="2600"/>
              <a:buNone/>
            </a:pPr>
            <a:r>
              <a:rPr lang="en-US" sz="2600">
                <a:latin typeface="Courier New"/>
                <a:ea typeface="Courier New"/>
                <a:cs typeface="Courier New"/>
                <a:sym typeface="Courier New"/>
              </a:rPr>
              <a:t>ostream&amp; operator&lt;&lt;(ostream &amp;out, N_Date x)</a:t>
            </a:r>
            <a:endParaRPr/>
          </a:p>
          <a:p>
            <a:pPr indent="-223838" lvl="0" marL="223838" rtl="0" algn="l">
              <a:lnSpc>
                <a:spcPct val="80000"/>
              </a:lnSpc>
              <a:spcBef>
                <a:spcPts val="1000"/>
              </a:spcBef>
              <a:spcAft>
                <a:spcPts val="0"/>
              </a:spcAft>
              <a:buClr>
                <a:schemeClr val="dk1"/>
              </a:buClr>
              <a:buSzPts val="2600"/>
              <a:buNone/>
            </a:pPr>
            <a:r>
              <a:rPr lang="en-US" sz="2600">
                <a:latin typeface="Courier New"/>
                <a:ea typeface="Courier New"/>
                <a:cs typeface="Courier New"/>
                <a:sym typeface="Courier New"/>
              </a:rPr>
              <a:t>{</a:t>
            </a:r>
            <a:endParaRPr/>
          </a:p>
          <a:p>
            <a:pPr indent="-165099" lvl="1" marL="503238" rtl="0" algn="l">
              <a:lnSpc>
                <a:spcPct val="80000"/>
              </a:lnSpc>
              <a:spcBef>
                <a:spcPts val="500"/>
              </a:spcBef>
              <a:spcAft>
                <a:spcPts val="0"/>
              </a:spcAft>
              <a:buClr>
                <a:schemeClr val="dk1"/>
              </a:buClr>
              <a:buSzPts val="2600"/>
              <a:buNone/>
            </a:pPr>
            <a:r>
              <a:rPr lang="en-US" sz="2600">
                <a:latin typeface="Courier New"/>
                <a:ea typeface="Courier New"/>
                <a:cs typeface="Courier New"/>
                <a:sym typeface="Courier New"/>
              </a:rPr>
              <a:t>	out&lt;&lt;x.d&lt;&lt;"/"&lt;&lt;x.m&lt;&lt;"/"&lt;&lt;x.y;</a:t>
            </a:r>
            <a:endParaRPr/>
          </a:p>
          <a:p>
            <a:pPr indent="-165099" lvl="1" marL="503238" rtl="0" algn="l">
              <a:lnSpc>
                <a:spcPct val="80000"/>
              </a:lnSpc>
              <a:spcBef>
                <a:spcPts val="500"/>
              </a:spcBef>
              <a:spcAft>
                <a:spcPts val="0"/>
              </a:spcAft>
              <a:buClr>
                <a:schemeClr val="dk1"/>
              </a:buClr>
              <a:buSzPts val="2600"/>
              <a:buNone/>
            </a:pPr>
            <a:r>
              <a:rPr lang="en-US" sz="2600">
                <a:latin typeface="Courier New"/>
                <a:ea typeface="Courier New"/>
                <a:cs typeface="Courier New"/>
                <a:sym typeface="Courier New"/>
              </a:rPr>
              <a:t>	return out;</a:t>
            </a:r>
            <a:endParaRPr/>
          </a:p>
          <a:p>
            <a:pPr indent="-223838" lvl="0" marL="223838" rtl="0" algn="l">
              <a:lnSpc>
                <a:spcPct val="80000"/>
              </a:lnSpc>
              <a:spcBef>
                <a:spcPts val="1000"/>
              </a:spcBef>
              <a:spcAft>
                <a:spcPts val="0"/>
              </a:spcAft>
              <a:buClr>
                <a:schemeClr val="dk1"/>
              </a:buClr>
              <a:buSzPts val="2600"/>
              <a:buNone/>
            </a:pPr>
            <a:r>
              <a:rPr lang="en-US" sz="2600">
                <a:latin typeface="Courier New"/>
                <a:ea typeface="Courier New"/>
                <a:cs typeface="Courier New"/>
                <a:sym typeface="Courier New"/>
              </a:rPr>
              <a:t>}</a:t>
            </a:r>
            <a:endParaRPr/>
          </a:p>
        </p:txBody>
      </p:sp>
      <p:sp>
        <p:nvSpPr>
          <p:cNvPr id="397" name="Google Shape;39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Ví dụ</a:t>
            </a:r>
            <a:endParaRPr/>
          </a:p>
        </p:txBody>
      </p:sp>
      <p:sp>
        <p:nvSpPr>
          <p:cNvPr id="403" name="Google Shape;403;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N_Date::operator int()		</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int s=0,i;</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if( y== 1900)</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s=s+d;</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for(i=0;i&lt;m;i++)	s = s + ngay[i];</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else</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s=s+d;</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s=s+(y-1)*365;</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for(i=1900;i&lt;y;i++)</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if((i%4==0)&amp;&amp;(i%100!=0)) s=s+1;</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for(i=0;i&lt;m;i++)</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s=s+ngay[i];</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if((i%4==0)&amp;&amp;(i%100!=0)&amp;&amp;(i==2)) s=s+1;</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		return s;</a:t>
            </a:r>
            <a:endParaRPr/>
          </a:p>
          <a:p>
            <a:pPr indent="-223838" lvl="0" marL="223838" rtl="0" algn="l">
              <a:lnSpc>
                <a:spcPct val="80000"/>
              </a:lnSpc>
              <a:spcBef>
                <a:spcPts val="0"/>
              </a:spcBef>
              <a:spcAft>
                <a:spcPts val="0"/>
              </a:spcAft>
              <a:buClr>
                <a:schemeClr val="dk1"/>
              </a:buClr>
              <a:buSzPct val="100000"/>
              <a:buNone/>
            </a:pPr>
            <a:r>
              <a:rPr lang="en-US" sz="1900">
                <a:latin typeface="Courier New"/>
                <a:ea typeface="Courier New"/>
                <a:cs typeface="Courier New"/>
                <a:sym typeface="Courier New"/>
              </a:rPr>
              <a:t>}</a:t>
            </a:r>
            <a:endParaRPr/>
          </a:p>
        </p:txBody>
      </p:sp>
      <p:sp>
        <p:nvSpPr>
          <p:cNvPr id="404" name="Google Shape;40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Ví dụ</a:t>
            </a:r>
            <a:endParaRPr/>
          </a:p>
        </p:txBody>
      </p:sp>
      <p:sp>
        <p:nvSpPr>
          <p:cNvPr id="410" name="Google Shape;410;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3838" lvl="0" marL="223838" rtl="0" algn="l">
              <a:lnSpc>
                <a:spcPct val="80000"/>
              </a:lnSpc>
              <a:spcBef>
                <a:spcPts val="0"/>
              </a:spcBef>
              <a:spcAft>
                <a:spcPts val="0"/>
              </a:spcAft>
              <a:buClr>
                <a:schemeClr val="dk1"/>
              </a:buClr>
              <a:buSzPts val="2800"/>
              <a:buNone/>
            </a:pPr>
            <a:r>
              <a:rPr lang="en-US" sz="2800">
                <a:latin typeface="Courier New"/>
                <a:ea typeface="Courier New"/>
                <a:cs typeface="Courier New"/>
                <a:sym typeface="Courier New"/>
              </a:rPr>
              <a:t>void main()</a:t>
            </a:r>
            <a:endParaRPr/>
          </a:p>
          <a:p>
            <a:pPr indent="-223838" lvl="0" marL="223838" rtl="0" algn="l">
              <a:lnSpc>
                <a:spcPct val="80000"/>
              </a:lnSpc>
              <a:spcBef>
                <a:spcPts val="1000"/>
              </a:spcBef>
              <a:spcAft>
                <a:spcPts val="0"/>
              </a:spcAft>
              <a:buClr>
                <a:schemeClr val="dk1"/>
              </a:buClr>
              <a:buSzPts val="2800"/>
              <a:buNone/>
            </a:pPr>
            <a:r>
              <a:rPr lang="en-US" sz="2800">
                <a:latin typeface="Courier New"/>
                <a:ea typeface="Courier New"/>
                <a:cs typeface="Courier New"/>
                <a:sym typeface="Courier New"/>
              </a:rPr>
              <a:t>{</a:t>
            </a:r>
            <a:endParaRPr/>
          </a:p>
          <a:p>
            <a:pPr indent="-165099" lvl="1" marL="503238" rtl="0" algn="l">
              <a:lnSpc>
                <a:spcPct val="80000"/>
              </a:lnSpc>
              <a:spcBef>
                <a:spcPts val="500"/>
              </a:spcBef>
              <a:spcAft>
                <a:spcPts val="0"/>
              </a:spcAft>
              <a:buClr>
                <a:schemeClr val="dk1"/>
              </a:buClr>
              <a:buSzPts val="2400"/>
              <a:buNone/>
            </a:pPr>
            <a:r>
              <a:rPr lang="en-US" sz="2400">
                <a:latin typeface="Courier New"/>
                <a:ea typeface="Courier New"/>
                <a:cs typeface="Courier New"/>
                <a:sym typeface="Courier New"/>
              </a:rPr>
              <a:t>	</a:t>
            </a:r>
            <a:r>
              <a:rPr lang="en-US">
                <a:latin typeface="Courier New"/>
                <a:ea typeface="Courier New"/>
                <a:cs typeface="Courier New"/>
                <a:sym typeface="Courier New"/>
              </a:rPr>
              <a:t>N_Date x;</a:t>
            </a:r>
            <a:endParaRPr/>
          </a:p>
          <a:p>
            <a:pPr indent="-165099" lvl="1" marL="503238" rtl="0" algn="l">
              <a:lnSpc>
                <a:spcPct val="80000"/>
              </a:lnSpc>
              <a:spcBef>
                <a:spcPts val="500"/>
              </a:spcBef>
              <a:spcAft>
                <a:spcPts val="0"/>
              </a:spcAft>
              <a:buClr>
                <a:schemeClr val="dk1"/>
              </a:buClr>
              <a:buSzPts val="2400"/>
              <a:buNone/>
            </a:pPr>
            <a:r>
              <a:rPr lang="en-US">
                <a:latin typeface="Courier New"/>
                <a:ea typeface="Courier New"/>
                <a:cs typeface="Courier New"/>
                <a:sym typeface="Courier New"/>
              </a:rPr>
              <a:t>	long n;</a:t>
            </a:r>
            <a:endParaRPr/>
          </a:p>
          <a:p>
            <a:pPr indent="-165099" lvl="1" marL="503238" rtl="0" algn="l">
              <a:lnSpc>
                <a:spcPct val="80000"/>
              </a:lnSpc>
              <a:spcBef>
                <a:spcPts val="500"/>
              </a:spcBef>
              <a:spcAft>
                <a:spcPts val="0"/>
              </a:spcAft>
              <a:buClr>
                <a:schemeClr val="dk1"/>
              </a:buClr>
              <a:buSzPts val="2400"/>
              <a:buNone/>
            </a:pPr>
            <a:r>
              <a:rPr lang="en-US">
                <a:latin typeface="Courier New"/>
                <a:ea typeface="Courier New"/>
                <a:cs typeface="Courier New"/>
                <a:sym typeface="Courier New"/>
              </a:rPr>
              <a:t>	cout&lt;&lt;"Nhap ngay x: \n";</a:t>
            </a:r>
            <a:endParaRPr/>
          </a:p>
          <a:p>
            <a:pPr indent="-165099" lvl="1" marL="503238" rtl="0" algn="l">
              <a:lnSpc>
                <a:spcPct val="80000"/>
              </a:lnSpc>
              <a:spcBef>
                <a:spcPts val="500"/>
              </a:spcBef>
              <a:spcAft>
                <a:spcPts val="0"/>
              </a:spcAft>
              <a:buClr>
                <a:schemeClr val="dk1"/>
              </a:buClr>
              <a:buSzPts val="2400"/>
              <a:buNone/>
            </a:pPr>
            <a:r>
              <a:rPr lang="en-US">
                <a:latin typeface="Courier New"/>
                <a:ea typeface="Courier New"/>
                <a:cs typeface="Courier New"/>
                <a:sym typeface="Courier New"/>
              </a:rPr>
              <a:t>	cin&gt;&gt;x;</a:t>
            </a:r>
            <a:endParaRPr/>
          </a:p>
          <a:p>
            <a:pPr indent="-165099" lvl="1" marL="503238" rtl="0" algn="l">
              <a:lnSpc>
                <a:spcPct val="80000"/>
              </a:lnSpc>
              <a:spcBef>
                <a:spcPts val="500"/>
              </a:spcBef>
              <a:spcAft>
                <a:spcPts val="0"/>
              </a:spcAft>
              <a:buClr>
                <a:schemeClr val="dk1"/>
              </a:buClr>
              <a:buSzPts val="2400"/>
              <a:buNone/>
            </a:pPr>
            <a:r>
              <a:rPr lang="en-US">
                <a:latin typeface="Courier New"/>
                <a:ea typeface="Courier New"/>
                <a:cs typeface="Courier New"/>
                <a:sym typeface="Courier New"/>
              </a:rPr>
              <a:t>	n = long(x);</a:t>
            </a:r>
            <a:endParaRPr/>
          </a:p>
          <a:p>
            <a:pPr indent="-165099" lvl="1" marL="503238" rtl="0" algn="l">
              <a:lnSpc>
                <a:spcPct val="80000"/>
              </a:lnSpc>
              <a:spcBef>
                <a:spcPts val="500"/>
              </a:spcBef>
              <a:spcAft>
                <a:spcPts val="0"/>
              </a:spcAft>
              <a:buClr>
                <a:schemeClr val="dk1"/>
              </a:buClr>
              <a:buSzPts val="2400"/>
              <a:buNone/>
            </a:pPr>
            <a:r>
              <a:rPr lang="en-US">
                <a:latin typeface="Courier New"/>
                <a:ea typeface="Courier New"/>
                <a:cs typeface="Courier New"/>
                <a:sym typeface="Courier New"/>
              </a:rPr>
              <a:t>	cout&lt;&lt;"\n Ngay x = "&lt;&lt;x;</a:t>
            </a:r>
            <a:endParaRPr/>
          </a:p>
          <a:p>
            <a:pPr indent="-165099" lvl="1" marL="503238" rtl="0" algn="l">
              <a:lnSpc>
                <a:spcPct val="80000"/>
              </a:lnSpc>
              <a:spcBef>
                <a:spcPts val="500"/>
              </a:spcBef>
              <a:spcAft>
                <a:spcPts val="0"/>
              </a:spcAft>
              <a:buClr>
                <a:schemeClr val="dk1"/>
              </a:buClr>
              <a:buSzPts val="2400"/>
              <a:buNone/>
            </a:pPr>
            <a:r>
              <a:rPr lang="en-US">
                <a:latin typeface="Courier New"/>
                <a:ea typeface="Courier New"/>
                <a:cs typeface="Courier New"/>
                <a:sym typeface="Courier New"/>
              </a:rPr>
              <a:t>	cout&lt;&lt;"\n So nguyen tuong ung:"&lt;&lt;n;</a:t>
            </a:r>
            <a:endParaRPr/>
          </a:p>
          <a:p>
            <a:pPr indent="-165099" lvl="1" marL="503238" rtl="0" algn="l">
              <a:lnSpc>
                <a:spcPct val="80000"/>
              </a:lnSpc>
              <a:spcBef>
                <a:spcPts val="500"/>
              </a:spcBef>
              <a:spcAft>
                <a:spcPts val="0"/>
              </a:spcAft>
              <a:buClr>
                <a:schemeClr val="dk1"/>
              </a:buClr>
              <a:buSzPts val="2400"/>
              <a:buNone/>
            </a:pPr>
            <a:r>
              <a:rPr lang="en-US">
                <a:latin typeface="Courier New"/>
                <a:ea typeface="Courier New"/>
                <a:cs typeface="Courier New"/>
                <a:sym typeface="Courier New"/>
              </a:rPr>
              <a:t>	getch();</a:t>
            </a:r>
            <a:endParaRPr/>
          </a:p>
          <a:p>
            <a:pPr indent="-223838" lvl="0" marL="223838" rtl="0" algn="l">
              <a:lnSpc>
                <a:spcPct val="80000"/>
              </a:lnSpc>
              <a:spcBef>
                <a:spcPts val="1000"/>
              </a:spcBef>
              <a:spcAft>
                <a:spcPts val="0"/>
              </a:spcAft>
              <a:buClr>
                <a:schemeClr val="dk1"/>
              </a:buClr>
              <a:buSzPts val="2800"/>
              <a:buNone/>
            </a:pPr>
            <a:r>
              <a:rPr lang="en-US" sz="2800">
                <a:latin typeface="Courier New"/>
                <a:ea typeface="Courier New"/>
                <a:cs typeface="Courier New"/>
                <a:sym typeface="Courier New"/>
              </a:rPr>
              <a:t>}</a:t>
            </a:r>
            <a:endParaRPr/>
          </a:p>
        </p:txBody>
      </p:sp>
      <p:sp>
        <p:nvSpPr>
          <p:cNvPr id="411" name="Google Shape;411;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Toán tử []</a:t>
            </a:r>
            <a:endParaRPr/>
          </a:p>
        </p:txBody>
      </p:sp>
      <p:sp>
        <p:nvSpPr>
          <p:cNvPr id="417" name="Google Shape;417;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Là toán tử cho phép truy cập đến từng thành phần của đối tượng </a:t>
            </a:r>
            <a:r>
              <a:rPr b="1" lang="en-US"/>
              <a:t>(chuỗi ký tự, mảng)</a:t>
            </a:r>
            <a:endParaRPr/>
          </a:p>
          <a:p>
            <a:pPr indent="-228600" lvl="0" marL="228600" rtl="0" algn="l">
              <a:lnSpc>
                <a:spcPct val="90000"/>
              </a:lnSpc>
              <a:spcBef>
                <a:spcPts val="1000"/>
              </a:spcBef>
              <a:spcAft>
                <a:spcPts val="0"/>
              </a:spcAft>
              <a:buClr>
                <a:schemeClr val="dk1"/>
              </a:buClr>
              <a:buSzPts val="2800"/>
              <a:buChar char="•"/>
            </a:pPr>
            <a:r>
              <a:rPr lang="en-US"/>
              <a:t>là </a:t>
            </a:r>
            <a:r>
              <a:rPr b="1" lang="en-US"/>
              <a:t>Toán tử hai ngôi</a:t>
            </a:r>
            <a:r>
              <a:rPr lang="en-US"/>
              <a:t>, có dạng:	</a:t>
            </a:r>
            <a:r>
              <a:rPr b="1" lang="en-US"/>
              <a:t>a[b]</a:t>
            </a:r>
            <a:endParaRPr/>
          </a:p>
          <a:p>
            <a:pPr indent="-228600" lvl="1" marL="685800" rtl="0" algn="l">
              <a:lnSpc>
                <a:spcPct val="90000"/>
              </a:lnSpc>
              <a:spcBef>
                <a:spcPts val="500"/>
              </a:spcBef>
              <a:spcAft>
                <a:spcPts val="0"/>
              </a:spcAft>
              <a:buClr>
                <a:schemeClr val="dk1"/>
              </a:buClr>
              <a:buSzPts val="2400"/>
              <a:buChar char="•"/>
            </a:pPr>
            <a:r>
              <a:rPr b="1" lang="en-US"/>
              <a:t>a: </a:t>
            </a:r>
            <a:r>
              <a:rPr lang="en-US"/>
              <a:t>đối tượng cần truy cập</a:t>
            </a:r>
            <a:endParaRPr/>
          </a:p>
          <a:p>
            <a:pPr indent="-228600" lvl="1" marL="685800" rtl="0" algn="l">
              <a:lnSpc>
                <a:spcPct val="90000"/>
              </a:lnSpc>
              <a:spcBef>
                <a:spcPts val="500"/>
              </a:spcBef>
              <a:spcAft>
                <a:spcPts val="0"/>
              </a:spcAft>
              <a:buClr>
                <a:schemeClr val="dk1"/>
              </a:buClr>
              <a:buSzPts val="2400"/>
              <a:buChar char="•"/>
            </a:pPr>
            <a:r>
              <a:rPr lang="en-US"/>
              <a:t>b: chỉ số vị trí phần tử cần truy cập</a:t>
            </a:r>
            <a:endParaRPr b="1"/>
          </a:p>
          <a:p>
            <a:pPr indent="-228600" lvl="0" marL="228600" rtl="0" algn="l">
              <a:lnSpc>
                <a:spcPct val="90000"/>
              </a:lnSpc>
              <a:spcBef>
                <a:spcPts val="1000"/>
              </a:spcBef>
              <a:spcAft>
                <a:spcPts val="0"/>
              </a:spcAft>
              <a:buClr>
                <a:schemeClr val="dk1"/>
              </a:buClr>
              <a:buSzPts val="2800"/>
              <a:buChar char="•"/>
            </a:pPr>
            <a:r>
              <a:rPr lang="en-US"/>
              <a:t>Toán tử này phải là thành viên của lớp</a:t>
            </a:r>
            <a:endParaRPr/>
          </a:p>
        </p:txBody>
      </p:sp>
      <p:sp>
        <p:nvSpPr>
          <p:cNvPr id="418" name="Google Shape;41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NỘI DUNG</a:t>
            </a:r>
            <a:endParaRPr/>
          </a:p>
        </p:txBody>
      </p:sp>
      <p:sp>
        <p:nvSpPr>
          <p:cNvPr id="424" name="Google Shape;424;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3.1 Nạp chồng toán tử</a:t>
            </a:r>
            <a:endParaRPr/>
          </a:p>
          <a:p>
            <a:pPr indent="-228600" lvl="0" marL="228600" rtl="0" algn="l">
              <a:lnSpc>
                <a:spcPct val="90000"/>
              </a:lnSpc>
              <a:spcBef>
                <a:spcPts val="1000"/>
              </a:spcBef>
              <a:spcAft>
                <a:spcPts val="0"/>
              </a:spcAft>
              <a:buClr>
                <a:schemeClr val="dk1"/>
              </a:buClr>
              <a:buSzPts val="2800"/>
              <a:buChar char="•"/>
            </a:pPr>
            <a:r>
              <a:rPr b="1" lang="en-US"/>
              <a:t>3.2 Nạp chồng toán tử bằng hàm thành viên</a:t>
            </a:r>
            <a:endParaRPr b="1"/>
          </a:p>
          <a:p>
            <a:pPr indent="-228600" lvl="0" marL="228600" rtl="0" algn="l">
              <a:lnSpc>
                <a:spcPct val="90000"/>
              </a:lnSpc>
              <a:spcBef>
                <a:spcPts val="1000"/>
              </a:spcBef>
              <a:spcAft>
                <a:spcPts val="0"/>
              </a:spcAft>
              <a:buClr>
                <a:schemeClr val="dk1"/>
              </a:buClr>
              <a:buSzPts val="2800"/>
              <a:buChar char="•"/>
            </a:pPr>
            <a:r>
              <a:rPr lang="en-US"/>
              <a:t>3.3 Nạp chồng toán tử bằng hàm bạn</a:t>
            </a:r>
            <a:endParaRPr/>
          </a:p>
        </p:txBody>
      </p:sp>
      <p:sp>
        <p:nvSpPr>
          <p:cNvPr id="425" name="Google Shape;42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CSE 224 - Nạp chồng toán tử</a:t>
            </a:r>
            <a:endParaRPr/>
          </a:p>
        </p:txBody>
      </p:sp>
      <p:sp>
        <p:nvSpPr>
          <p:cNvPr id="426" name="Google Shape;42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Phân loại</a:t>
            </a:r>
            <a:endParaRPr/>
          </a:p>
        </p:txBody>
      </p:sp>
      <p:sp>
        <p:nvSpPr>
          <p:cNvPr id="432" name="Google Shape;432;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177800" lvl="1" marL="168275" rtl="0" algn="just">
              <a:lnSpc>
                <a:spcPct val="90000"/>
              </a:lnSpc>
              <a:spcBef>
                <a:spcPts val="0"/>
              </a:spcBef>
              <a:spcAft>
                <a:spcPts val="0"/>
              </a:spcAft>
              <a:buClr>
                <a:schemeClr val="dk1"/>
              </a:buClr>
              <a:buSzPts val="2800"/>
              <a:buChar char="•"/>
            </a:pPr>
            <a:r>
              <a:rPr b="1" lang="en-US" sz="2800"/>
              <a:t> Hàm thành viên</a:t>
            </a:r>
            <a:r>
              <a:rPr lang="en-US" sz="2800"/>
              <a:t>: hàm này không có đối số cho toán tử một ngôi hay có một đối số cho toán tử hai ngôi ⬄ tương tự hàm thành phần thông thường</a:t>
            </a:r>
            <a:endParaRPr sz="2800"/>
          </a:p>
          <a:p>
            <a:pPr indent="-177800" lvl="1" marL="168275" rtl="0" algn="just">
              <a:lnSpc>
                <a:spcPct val="90000"/>
              </a:lnSpc>
              <a:spcBef>
                <a:spcPts val="500"/>
              </a:spcBef>
              <a:spcAft>
                <a:spcPts val="0"/>
              </a:spcAft>
              <a:buClr>
                <a:schemeClr val="dk1"/>
              </a:buClr>
              <a:buSzPts val="2800"/>
              <a:buChar char="•"/>
            </a:pPr>
            <a:r>
              <a:rPr lang="en-US" sz="2800"/>
              <a:t> </a:t>
            </a:r>
            <a:r>
              <a:rPr b="1" lang="en-US" sz="2800"/>
              <a:t>Hàm không thành viên</a:t>
            </a:r>
            <a:r>
              <a:rPr lang="en-US" sz="2800"/>
              <a:t> - </a:t>
            </a:r>
            <a:r>
              <a:rPr b="1" lang="en-US" sz="2800"/>
              <a:t>Hàm bạn</a:t>
            </a:r>
            <a:r>
              <a:rPr lang="en-US" sz="2800"/>
              <a:t>: hàm có một đối số cho toán tử một ngôi và hai đối số cho toán tử hai ngôi. Hàm được khai báo thêm từ khóa </a:t>
            </a:r>
            <a:r>
              <a:rPr i="1" lang="en-US" sz="2800"/>
              <a:t>friend </a:t>
            </a:r>
            <a:r>
              <a:rPr lang="en-US" sz="2800"/>
              <a:t>trước tên hàm</a:t>
            </a:r>
            <a:r>
              <a:rPr b="1" lang="en-US" sz="2800"/>
              <a:t>  ⬄ </a:t>
            </a:r>
            <a:r>
              <a:rPr lang="en-US" sz="2800"/>
              <a:t>tương tự hàm bạn</a:t>
            </a:r>
            <a:endParaRPr/>
          </a:p>
        </p:txBody>
      </p:sp>
      <p:sp>
        <p:nvSpPr>
          <p:cNvPr id="433" name="Google Shape;43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Quy tắc sử dụng</a:t>
            </a:r>
            <a:endParaRPr/>
          </a:p>
        </p:txBody>
      </p:sp>
      <p:sp>
        <p:nvSpPr>
          <p:cNvPr id="439" name="Google Shape;43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graphicFrame>
        <p:nvGraphicFramePr>
          <p:cNvPr id="440" name="Google Shape;440;p29"/>
          <p:cNvGraphicFramePr/>
          <p:nvPr/>
        </p:nvGraphicFramePr>
        <p:xfrm>
          <a:off x="1638300" y="1390651"/>
          <a:ext cx="3000000" cy="3000000"/>
        </p:xfrm>
        <a:graphic>
          <a:graphicData uri="http://schemas.openxmlformats.org/drawingml/2006/table">
            <a:tbl>
              <a:tblPr>
                <a:noFill/>
                <a:tableStyleId>{8630B277-120A-4534-8176-23E30F3FE818}</a:tableStyleId>
              </a:tblPr>
              <a:tblGrid>
                <a:gridCol w="1219200"/>
                <a:gridCol w="5216525"/>
                <a:gridCol w="2403475"/>
              </a:tblGrid>
              <a:tr h="609600">
                <a:tc>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Loại</a:t>
                      </a:r>
                      <a:endParaRPr/>
                    </a:p>
                  </a:txBody>
                  <a:tcPr marT="45725" marB="45725"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Khai báo</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Sử dụng</a:t>
                      </a:r>
                      <a:endParaRPr/>
                    </a:p>
                  </a:txBody>
                  <a:tcPr marT="45725" marB="45725"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96125">
                <a:tc rowSpan="2">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Thành phần</a:t>
                      </a:r>
                      <a:endParaRPr/>
                    </a:p>
                  </a:txBody>
                  <a:tcPr marT="45725" marB="45725"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type operator #();</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a.operator #();</a:t>
                      </a:r>
                      <a:endParaRPr/>
                    </a:p>
                    <a:p>
                      <a:pPr indent="0" lvl="0" marL="0" marR="0" rtl="0" algn="ctr">
                        <a:lnSpc>
                          <a:spcPct val="100000"/>
                        </a:lnSpc>
                        <a:spcBef>
                          <a:spcPts val="48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hoặc #a;</a:t>
                      </a:r>
                      <a:endParaRPr/>
                    </a:p>
                  </a:txBody>
                  <a:tcPr marT="45725" marB="45725"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96125">
                <a:tc vMerge="1"/>
                <a:tc>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type operator #(type b);</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a.operator #(b);</a:t>
                      </a:r>
                      <a:endParaRPr/>
                    </a:p>
                    <a:p>
                      <a:pPr indent="0" lvl="0" marL="0" marR="0" rtl="0" algn="ctr">
                        <a:lnSpc>
                          <a:spcPct val="100000"/>
                        </a:lnSpc>
                        <a:spcBef>
                          <a:spcPts val="48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hoặc a#b;</a:t>
                      </a:r>
                      <a:endParaRPr/>
                    </a:p>
                  </a:txBody>
                  <a:tcPr marT="45725" marB="45725"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62025">
                <a:tc rowSpan="2">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Hàm bạn</a:t>
                      </a:r>
                      <a:endParaRPr/>
                    </a:p>
                  </a:txBody>
                  <a:tcPr marT="45725" marB="45725"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friend type operator #(type a);</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#a</a:t>
                      </a:r>
                      <a:endParaRPr/>
                    </a:p>
                  </a:txBody>
                  <a:tcPr marT="45725" marB="45725"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09600">
                <a:tc vMerge="1"/>
                <a:tc>
                  <a:txBody>
                    <a:bodyPr/>
                    <a:lstStyle/>
                    <a:p>
                      <a:pPr indent="0" lvl="0" marL="0" marR="0" rtl="0" algn="ctr">
                        <a:lnSpc>
                          <a:spcPct val="100000"/>
                        </a:lnSpc>
                        <a:spcBef>
                          <a:spcPts val="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friend type operator #(type a, type b);</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a#b</a:t>
                      </a:r>
                      <a:endParaRPr/>
                    </a:p>
                  </a:txBody>
                  <a:tcPr marT="45725" marB="45725"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441" name="Google Shape;441;p29"/>
          <p:cNvSpPr txBox="1"/>
          <p:nvPr/>
        </p:nvSpPr>
        <p:spPr>
          <a:xfrm>
            <a:off x="1752600" y="5562601"/>
            <a:ext cx="86106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Arial"/>
              <a:buNone/>
            </a:pPr>
            <a:r>
              <a:rPr lang="en-US" sz="2800">
                <a:solidFill>
                  <a:schemeClr val="dk1"/>
                </a:solidFill>
                <a:latin typeface="Calibri"/>
                <a:ea typeface="Calibri"/>
                <a:cs typeface="Calibri"/>
                <a:sym typeface="Calibri"/>
              </a:rPr>
              <a:t>Trong đó: # là toán tử cần định nghĩa</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Ví dụ</a:t>
            </a:r>
            <a:endParaRPr/>
          </a:p>
        </p:txBody>
      </p:sp>
      <p:sp>
        <p:nvSpPr>
          <p:cNvPr id="447" name="Google Shape;44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graphicFrame>
        <p:nvGraphicFramePr>
          <p:cNvPr id="448" name="Google Shape;448;p30"/>
          <p:cNvGraphicFramePr/>
          <p:nvPr/>
        </p:nvGraphicFramePr>
        <p:xfrm>
          <a:off x="1524000" y="1524000"/>
          <a:ext cx="3000000" cy="3000000"/>
        </p:xfrm>
        <a:graphic>
          <a:graphicData uri="http://schemas.openxmlformats.org/drawingml/2006/table">
            <a:tbl>
              <a:tblPr>
                <a:noFill/>
                <a:tableStyleId>{8630B277-120A-4534-8176-23E30F3FE818}</a:tableStyleId>
              </a:tblPr>
              <a:tblGrid>
                <a:gridCol w="1260475"/>
                <a:gridCol w="4987925"/>
                <a:gridCol w="2895600"/>
              </a:tblGrid>
              <a:tr h="609600">
                <a:tc>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Loại</a:t>
                      </a:r>
                      <a:endParaRPr/>
                    </a:p>
                  </a:txBody>
                  <a:tcPr marT="45725" marB="45725"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Khai báo</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Sử dụng</a:t>
                      </a:r>
                      <a:endParaRPr/>
                    </a:p>
                  </a:txBody>
                  <a:tcPr marT="45725" marB="45725"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96125">
                <a:tc rowSpan="2">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Thành phần</a:t>
                      </a:r>
                      <a:endParaRPr/>
                    </a:p>
                  </a:txBody>
                  <a:tcPr marT="45725" marB="45725"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PS operator -();</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kq = a.operator-();</a:t>
                      </a:r>
                      <a:endParaRPr/>
                    </a:p>
                    <a:p>
                      <a:pPr indent="0" lvl="0" marL="0" marR="0" rtl="0" algn="ctr">
                        <a:lnSpc>
                          <a:spcPct val="100000"/>
                        </a:lnSpc>
                        <a:spcBef>
                          <a:spcPts val="48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hoặc kq = -a;</a:t>
                      </a:r>
                      <a:endParaRPr/>
                    </a:p>
                  </a:txBody>
                  <a:tcPr marT="45725" marB="45725"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96125">
                <a:tc vMerge="1"/>
                <a:tc>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PS operator -( PS b);</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kq = a.operator -(b);</a:t>
                      </a:r>
                      <a:endParaRPr/>
                    </a:p>
                    <a:p>
                      <a:pPr indent="0" lvl="0" marL="0" marR="0" rtl="0" algn="ctr">
                        <a:lnSpc>
                          <a:spcPct val="100000"/>
                        </a:lnSpc>
                        <a:spcBef>
                          <a:spcPts val="48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hoặc kq = a-b;</a:t>
                      </a:r>
                      <a:endParaRPr/>
                    </a:p>
                  </a:txBody>
                  <a:tcPr marT="45725" marB="45725"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62025">
                <a:tc rowSpan="2">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friend</a:t>
                      </a:r>
                      <a:endParaRPr/>
                    </a:p>
                  </a:txBody>
                  <a:tcPr marT="45725" marB="45725" marR="91450" marL="9145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2100"/>
                        <a:buFont typeface="Arial"/>
                        <a:buNone/>
                      </a:pPr>
                      <a:r>
                        <a:rPr b="0" i="0" lang="en-US" sz="2800" u="none" cap="none" strike="noStrike">
                          <a:solidFill>
                            <a:schemeClr val="dk1"/>
                          </a:solidFill>
                          <a:latin typeface="Times New Roman"/>
                          <a:ea typeface="Times New Roman"/>
                          <a:cs typeface="Times New Roman"/>
                          <a:sym typeface="Times New Roman"/>
                        </a:rPr>
                        <a:t>friend PS operator -(PS a);</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kq = -a</a:t>
                      </a:r>
                      <a:endParaRPr/>
                    </a:p>
                  </a:txBody>
                  <a:tcPr marT="45725" marB="45725"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09600">
                <a:tc vMerge="1"/>
                <a:tc>
                  <a:txBody>
                    <a:bodyPr/>
                    <a:lstStyle/>
                    <a:p>
                      <a:pPr indent="0" lvl="0" marL="0" marR="0" rtl="0" algn="ctr">
                        <a:lnSpc>
                          <a:spcPct val="100000"/>
                        </a:lnSpc>
                        <a:spcBef>
                          <a:spcPts val="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friend PS operator - (PS a, PS b);</a:t>
                      </a:r>
                      <a:endParaRPr/>
                    </a:p>
                  </a:txBody>
                  <a:tcPr marT="45725" marB="45725" marR="91450" marL="9145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0003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 kq = a - b</a:t>
                      </a:r>
                      <a:endParaRPr/>
                    </a:p>
                  </a:txBody>
                  <a:tcPr marT="45725" marB="45725" marR="91450" marL="9145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449" name="Google Shape;449;p30"/>
          <p:cNvSpPr txBox="1"/>
          <p:nvPr/>
        </p:nvSpPr>
        <p:spPr>
          <a:xfrm>
            <a:off x="1752600" y="5562601"/>
            <a:ext cx="84582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Arial"/>
              <a:buNone/>
            </a:pPr>
            <a:r>
              <a:rPr lang="en-US" sz="2800">
                <a:solidFill>
                  <a:schemeClr val="dk1"/>
                </a:solidFill>
                <a:latin typeface="Arial"/>
                <a:ea typeface="Arial"/>
                <a:cs typeface="Arial"/>
                <a:sym typeface="Arial"/>
              </a:rPr>
              <a:t>Trong đó: # là toán tử cần định nghĩa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Các nguyên tắc cơ bản</a:t>
            </a:r>
            <a:endParaRPr/>
          </a:p>
        </p:txBody>
      </p:sp>
      <p:sp>
        <p:nvSpPr>
          <p:cNvPr id="455" name="Google Shape;455;p3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Có thể định nghĩa nạp chồng trên các kiểu có sẵn hoặc trên các kiểu mới </a:t>
            </a:r>
            <a:r>
              <a:rPr i="1" lang="en-US"/>
              <a:t>(kiểu do người dùng định nghĩa)</a:t>
            </a:r>
            <a:endParaRPr/>
          </a:p>
          <a:p>
            <a:pPr indent="-228600" lvl="0" marL="228600" rtl="0" algn="l">
              <a:lnSpc>
                <a:spcPct val="90000"/>
              </a:lnSpc>
              <a:spcBef>
                <a:spcPts val="1000"/>
              </a:spcBef>
              <a:spcAft>
                <a:spcPts val="0"/>
              </a:spcAft>
              <a:buClr>
                <a:schemeClr val="dk1"/>
              </a:buClr>
              <a:buSzPts val="2800"/>
              <a:buChar char="•"/>
            </a:pPr>
            <a:r>
              <a:rPr lang="en-US"/>
              <a:t>Toán tử gán được sử dụng mặc định cho mọi lớp mà không cần định nghĩa</a:t>
            </a:r>
            <a:endParaRPr/>
          </a:p>
          <a:p>
            <a:pPr indent="-228600" lvl="0" marL="228600" rtl="0" algn="l">
              <a:lnSpc>
                <a:spcPct val="90000"/>
              </a:lnSpc>
              <a:spcBef>
                <a:spcPts val="1000"/>
              </a:spcBef>
              <a:spcAft>
                <a:spcPts val="0"/>
              </a:spcAft>
              <a:buClr>
                <a:schemeClr val="dk1"/>
              </a:buClr>
              <a:buSzPts val="2800"/>
              <a:buChar char="•"/>
            </a:pPr>
            <a:r>
              <a:rPr lang="en-US"/>
              <a:t>Toán tử lấy địa chỉ (&amp;) cũng được sử dụng mặc định cho các đối tượng</a:t>
            </a:r>
            <a:endParaRPr/>
          </a:p>
          <a:p>
            <a:pPr indent="-228600" lvl="0" marL="228600" rtl="0" algn="l">
              <a:lnSpc>
                <a:spcPct val="90000"/>
              </a:lnSpc>
              <a:spcBef>
                <a:spcPts val="1000"/>
              </a:spcBef>
              <a:spcAft>
                <a:spcPts val="0"/>
              </a:spcAft>
              <a:buClr>
                <a:schemeClr val="dk1"/>
              </a:buClr>
              <a:buSzPts val="2800"/>
              <a:buChar char="•"/>
            </a:pPr>
            <a:r>
              <a:rPr lang="en-US"/>
              <a:t>Khi đa năng hóa ( ), [], -&gt; hoặc = thì method nạp chồng phải là hàm thành viên</a:t>
            </a:r>
            <a:endParaRPr/>
          </a:p>
        </p:txBody>
      </p:sp>
      <p:sp>
        <p:nvSpPr>
          <p:cNvPr id="456" name="Google Shape;45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lang="en-US" sz="1200">
                <a:solidFill>
                  <a:srgbClr val="300030"/>
                </a:solidFill>
                <a:latin typeface="Arial"/>
                <a:ea typeface="Arial"/>
                <a:cs typeface="Arial"/>
                <a:sym typeface="Arial"/>
              </a:rPr>
              <a:t>‹#›</a:t>
            </a:fld>
            <a:endParaRPr b="0" sz="1400">
              <a:solidFill>
                <a:srgbClr val="30003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1999-02-12T23:27:18Z</dcterms:created>
  <dc:creator>Thai Thi Thanh Van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60</vt:i4>
  </property>
  <property fmtid="{D5CDD505-2E9C-101B-9397-08002B2CF9AE}" pid="5" name="ScreenSize">
    <vt:i4>2</vt:i4>
  </property>
  <property fmtid="{D5CDD505-2E9C-101B-9397-08002B2CF9AE}" pid="6" name="ScreenUsage">
    <vt:i4>2</vt:i4>
  </property>
  <property fmtid="{D5CDD505-2E9C-101B-9397-08002B2CF9AE}" pid="7" name="MailAddress">
    <vt:lpwstr>cyy@cs.washington.edu</vt:lpwstr>
  </property>
  <property fmtid="{D5CDD505-2E9C-101B-9397-08002B2CF9AE}" pid="8" name="HomePage">
    <vt:lpwstr>http://www.cs.washington.edu/homes/cyy</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1</vt:i4>
  </property>
  <property fmtid="{D5CDD505-2E9C-101B-9397-08002B2CF9AE}" pid="19" name="ShowNotes">
    <vt:bool>false</vt:bool>
  </property>
  <property fmtid="{D5CDD505-2E9C-101B-9397-08002B2CF9AE}" pid="20" name="NavBtnPos">
    <vt:i4>3</vt:i4>
  </property>
  <property fmtid="{D5CDD505-2E9C-101B-9397-08002B2CF9AE}" pid="21" name="OutputDir">
    <vt:lpwstr>D:\htdocs\academic\</vt:lpwstr>
  </property>
</Properties>
</file>